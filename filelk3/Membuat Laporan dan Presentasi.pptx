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Bebas Neue Cyrillic" charset="1" panose="02000506000000020004"/>
      <p:regular r:id="rId7"/>
    </p:embeddedFont>
    <p:embeddedFont>
      <p:font typeface="Codec Pro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82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5818" y="-1011281"/>
            <a:ext cx="12950463" cy="10846466"/>
          </a:xfrm>
          <a:custGeom>
            <a:avLst/>
            <a:gdLst/>
            <a:ahLst/>
            <a:cxnLst/>
            <a:rect r="r" b="b" t="t" l="l"/>
            <a:pathLst>
              <a:path h="10846466" w="12950463">
                <a:moveTo>
                  <a:pt x="0" y="0"/>
                </a:moveTo>
                <a:lnTo>
                  <a:pt x="12950463" y="0"/>
                </a:lnTo>
                <a:lnTo>
                  <a:pt x="12950463" y="10846466"/>
                </a:lnTo>
                <a:lnTo>
                  <a:pt x="0" y="1084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5573" y="1245948"/>
            <a:ext cx="11839873" cy="6982707"/>
            <a:chOff x="0" y="0"/>
            <a:chExt cx="3118320" cy="18390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18321" cy="1839067"/>
            </a:xfrm>
            <a:custGeom>
              <a:avLst/>
              <a:gdLst/>
              <a:ahLst/>
              <a:cxnLst/>
              <a:rect r="r" b="b" t="t" l="l"/>
              <a:pathLst>
                <a:path h="1839067" w="3118321">
                  <a:moveTo>
                    <a:pt x="0" y="0"/>
                  </a:moveTo>
                  <a:lnTo>
                    <a:pt x="3118321" y="0"/>
                  </a:lnTo>
                  <a:lnTo>
                    <a:pt x="3118321" y="1839067"/>
                  </a:lnTo>
                  <a:lnTo>
                    <a:pt x="0" y="1839067"/>
                  </a:ln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18320" cy="1877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754630" y="-144872"/>
            <a:ext cx="15367469" cy="9403172"/>
          </a:xfrm>
          <a:custGeom>
            <a:avLst/>
            <a:gdLst/>
            <a:ahLst/>
            <a:cxnLst/>
            <a:rect r="r" b="b" t="t" l="l"/>
            <a:pathLst>
              <a:path h="9403172" w="15367469">
                <a:moveTo>
                  <a:pt x="0" y="0"/>
                </a:moveTo>
                <a:lnTo>
                  <a:pt x="15367469" y="0"/>
                </a:lnTo>
                <a:lnTo>
                  <a:pt x="15367469" y="9403172"/>
                </a:lnTo>
                <a:lnTo>
                  <a:pt x="0" y="9403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546945"/>
            <a:ext cx="8017729" cy="1122566"/>
            <a:chOff x="0" y="0"/>
            <a:chExt cx="2111665" cy="2956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1665" cy="295655"/>
            </a:xfrm>
            <a:custGeom>
              <a:avLst/>
              <a:gdLst/>
              <a:ahLst/>
              <a:cxnLst/>
              <a:rect r="r" b="b" t="t" l="l"/>
              <a:pathLst>
                <a:path h="295655" w="2111665">
                  <a:moveTo>
                    <a:pt x="0" y="0"/>
                  </a:moveTo>
                  <a:lnTo>
                    <a:pt x="2111665" y="0"/>
                  </a:lnTo>
                  <a:lnTo>
                    <a:pt x="2111665" y="295655"/>
                  </a:lnTo>
                  <a:lnTo>
                    <a:pt x="0" y="2956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11665" cy="333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8837662" y="3388254"/>
            <a:ext cx="9450338" cy="6898746"/>
          </a:xfrm>
          <a:custGeom>
            <a:avLst/>
            <a:gdLst/>
            <a:ahLst/>
            <a:cxnLst/>
            <a:rect r="r" b="b" t="t" l="l"/>
            <a:pathLst>
              <a:path h="6898746" w="9450338">
                <a:moveTo>
                  <a:pt x="9450338" y="0"/>
                </a:moveTo>
                <a:lnTo>
                  <a:pt x="0" y="0"/>
                </a:lnTo>
                <a:lnTo>
                  <a:pt x="0" y="6898746"/>
                </a:lnTo>
                <a:lnTo>
                  <a:pt x="9450338" y="6898746"/>
                </a:lnTo>
                <a:lnTo>
                  <a:pt x="9450338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905204" y="5695005"/>
            <a:ext cx="11885537" cy="9597571"/>
          </a:xfrm>
          <a:custGeom>
            <a:avLst/>
            <a:gdLst/>
            <a:ahLst/>
            <a:cxnLst/>
            <a:rect r="r" b="b" t="t" l="l"/>
            <a:pathLst>
              <a:path h="9597571" w="11885537">
                <a:moveTo>
                  <a:pt x="0" y="0"/>
                </a:moveTo>
                <a:lnTo>
                  <a:pt x="11885537" y="0"/>
                </a:lnTo>
                <a:lnTo>
                  <a:pt x="11885537" y="9597571"/>
                </a:lnTo>
                <a:lnTo>
                  <a:pt x="0" y="9597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93718" y="370039"/>
            <a:ext cx="2759079" cy="2788122"/>
          </a:xfrm>
          <a:custGeom>
            <a:avLst/>
            <a:gdLst/>
            <a:ahLst/>
            <a:cxnLst/>
            <a:rect r="r" b="b" t="t" l="l"/>
            <a:pathLst>
              <a:path h="2788122" w="2759079">
                <a:moveTo>
                  <a:pt x="0" y="0"/>
                </a:moveTo>
                <a:lnTo>
                  <a:pt x="2759080" y="0"/>
                </a:lnTo>
                <a:lnTo>
                  <a:pt x="2759080" y="2788123"/>
                </a:lnTo>
                <a:lnTo>
                  <a:pt x="0" y="27881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54622" y="6898111"/>
            <a:ext cx="2583040" cy="2467880"/>
          </a:xfrm>
          <a:custGeom>
            <a:avLst/>
            <a:gdLst/>
            <a:ahLst/>
            <a:cxnLst/>
            <a:rect r="r" b="b" t="t" l="l"/>
            <a:pathLst>
              <a:path h="2467880" w="2583040">
                <a:moveTo>
                  <a:pt x="0" y="0"/>
                </a:moveTo>
                <a:lnTo>
                  <a:pt x="2583040" y="0"/>
                </a:lnTo>
                <a:lnTo>
                  <a:pt x="2583040" y="2467879"/>
                </a:lnTo>
                <a:lnTo>
                  <a:pt x="0" y="24678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9697" y="7590757"/>
            <a:ext cx="2652429" cy="2696243"/>
          </a:xfrm>
          <a:custGeom>
            <a:avLst/>
            <a:gdLst/>
            <a:ahLst/>
            <a:cxnLst/>
            <a:rect r="r" b="b" t="t" l="l"/>
            <a:pathLst>
              <a:path h="2696243" w="2652429">
                <a:moveTo>
                  <a:pt x="0" y="0"/>
                </a:moveTo>
                <a:lnTo>
                  <a:pt x="2652429" y="0"/>
                </a:lnTo>
                <a:lnTo>
                  <a:pt x="2652429" y="2696243"/>
                </a:lnTo>
                <a:lnTo>
                  <a:pt x="0" y="2696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154393"/>
            <a:ext cx="9800809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0"/>
              </a:lnSpc>
            </a:pPr>
            <a:r>
              <a:rPr lang="en-US" sz="10400">
                <a:solidFill>
                  <a:srgbClr val="1600B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MEMBUAT LAPORAN DAN PRESENTASI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62952" y="5670078"/>
            <a:ext cx="634922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1600B2"/>
                </a:solidFill>
                <a:latin typeface="Codec Pro"/>
                <a:ea typeface="Codec Pro"/>
                <a:cs typeface="Codec Pro"/>
                <a:sym typeface="Codec Pro"/>
              </a:rPr>
              <a:t>Informatika Kelas XI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DAHQ2XTXt9o</dc:identifier>
  <dcterms:modified xsi:type="dcterms:W3CDTF">2011-08-01T06:04:30Z</dcterms:modified>
  <cp:revision>1</cp:revision>
  <dc:title>Membuat Laporan dan Presentasi</dc:title>
</cp:coreProperties>
</file>