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Lilita One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iMuwMcGNf7PDOwozk3BGSnBkjG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font" Target="fonts/Lilita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7.png"/><Relationship Id="rId13" Type="http://schemas.openxmlformats.org/officeDocument/2006/relationships/image" Target="../media/image3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1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2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7.png"/><Relationship Id="rId13" Type="http://schemas.openxmlformats.org/officeDocument/2006/relationships/image" Target="../media/image4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1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C9B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0"/>
            <a:ext cx="21335338" cy="10287000"/>
            <a:chOff x="0" y="0"/>
            <a:chExt cx="28447117" cy="1371600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6" name="Google Shape;86;p1"/>
            <p:cNvSpPr/>
            <p:nvPr/>
          </p:nvSpPr>
          <p:spPr>
            <a:xfrm>
              <a:off x="14731117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87" name="Google Shape;87;p1"/>
          <p:cNvGrpSpPr/>
          <p:nvPr/>
        </p:nvGrpSpPr>
        <p:grpSpPr>
          <a:xfrm>
            <a:off x="1664444" y="1376813"/>
            <a:ext cx="15744616" cy="8170098"/>
            <a:chOff x="0" y="-47625"/>
            <a:chExt cx="4146730" cy="2151795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68B3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"/>
          <p:cNvSpPr/>
          <p:nvPr/>
        </p:nvSpPr>
        <p:spPr>
          <a:xfrm>
            <a:off x="15782192" y="2021470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7"/>
                </a:lnTo>
                <a:lnTo>
                  <a:pt x="0" y="1477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5782192" y="3528803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5782192" y="5036136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5782192" y="6573694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4" name="Google Shape;94;p1"/>
          <p:cNvGrpSpPr/>
          <p:nvPr/>
        </p:nvGrpSpPr>
        <p:grpSpPr>
          <a:xfrm>
            <a:off x="1271692" y="860674"/>
            <a:ext cx="15744616" cy="8170098"/>
            <a:chOff x="0" y="-47625"/>
            <a:chExt cx="4146730" cy="2151795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FBFE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/>
          <p:nvPr/>
        </p:nvSpPr>
        <p:spPr>
          <a:xfrm>
            <a:off x="884944" y="1681292"/>
            <a:ext cx="978074" cy="6924415"/>
          </a:xfrm>
          <a:custGeom>
            <a:rect b="b" l="l" r="r" t="t"/>
            <a:pathLst>
              <a:path extrusionOk="0" h="6924415" w="978074">
                <a:moveTo>
                  <a:pt x="0" y="0"/>
                </a:moveTo>
                <a:lnTo>
                  <a:pt x="978073" y="0"/>
                </a:lnTo>
                <a:lnTo>
                  <a:pt x="978073" y="6924416"/>
                </a:lnTo>
                <a:lnTo>
                  <a:pt x="0" y="6924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780357" y="3177351"/>
            <a:ext cx="3220051" cy="4134897"/>
          </a:xfrm>
          <a:custGeom>
            <a:rect b="b" l="l" r="r" t="t"/>
            <a:pathLst>
              <a:path extrusionOk="0" h="4134897" w="3220051">
                <a:moveTo>
                  <a:pt x="0" y="0"/>
                </a:moveTo>
                <a:lnTo>
                  <a:pt x="3220051" y="0"/>
                </a:lnTo>
                <a:lnTo>
                  <a:pt x="3220051" y="4134897"/>
                </a:lnTo>
                <a:lnTo>
                  <a:pt x="0" y="4134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4269432" y="3118278"/>
            <a:ext cx="9749137" cy="2867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1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PENGENALAN DATA DAN PERKAKAS ANALISIS DATA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 rot="989425">
            <a:off x="13483425" y="4560872"/>
            <a:ext cx="2664333" cy="4114800"/>
          </a:xfrm>
          <a:custGeom>
            <a:rect b="b" l="l" r="r" t="t"/>
            <a:pathLst>
              <a:path extrusionOk="0" h="4114800" w="2664333">
                <a:moveTo>
                  <a:pt x="0" y="0"/>
                </a:moveTo>
                <a:lnTo>
                  <a:pt x="2664333" y="0"/>
                </a:lnTo>
                <a:lnTo>
                  <a:pt x="26643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12778800" y="1664285"/>
            <a:ext cx="1015928" cy="965131"/>
          </a:xfrm>
          <a:custGeom>
            <a:rect b="b" l="l" r="r" t="t"/>
            <a:pathLst>
              <a:path extrusionOk="0" h="965131" w="1015928">
                <a:moveTo>
                  <a:pt x="0" y="0"/>
                </a:moveTo>
                <a:lnTo>
                  <a:pt x="1015928" y="0"/>
                </a:lnTo>
                <a:lnTo>
                  <a:pt x="1015928" y="965131"/>
                </a:lnTo>
                <a:lnTo>
                  <a:pt x="0" y="965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 rot="-5082124">
            <a:off x="4710837" y="8287777"/>
            <a:ext cx="1238424" cy="1176503"/>
          </a:xfrm>
          <a:custGeom>
            <a:rect b="b" l="l" r="r" t="t"/>
            <a:pathLst>
              <a:path extrusionOk="0" h="1176503" w="1238424">
                <a:moveTo>
                  <a:pt x="0" y="0"/>
                </a:moveTo>
                <a:lnTo>
                  <a:pt x="1238424" y="0"/>
                </a:lnTo>
                <a:lnTo>
                  <a:pt x="1238424" y="1176503"/>
                </a:lnTo>
                <a:lnTo>
                  <a:pt x="0" y="1176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"/>
          <p:cNvSpPr/>
          <p:nvPr/>
        </p:nvSpPr>
        <p:spPr>
          <a:xfrm>
            <a:off x="13286764" y="4026205"/>
            <a:ext cx="349353" cy="349353"/>
          </a:xfrm>
          <a:custGeom>
            <a:rect b="b" l="l" r="r" t="t"/>
            <a:pathLst>
              <a:path extrusionOk="0" h="349353" w="349353">
                <a:moveTo>
                  <a:pt x="0" y="0"/>
                </a:moveTo>
                <a:lnTo>
                  <a:pt x="349353" y="0"/>
                </a:lnTo>
                <a:lnTo>
                  <a:pt x="349353" y="349353"/>
                </a:lnTo>
                <a:lnTo>
                  <a:pt x="0" y="349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"/>
          <p:cNvSpPr/>
          <p:nvPr/>
        </p:nvSpPr>
        <p:spPr>
          <a:xfrm>
            <a:off x="2330877" y="7745474"/>
            <a:ext cx="305328" cy="305328"/>
          </a:xfrm>
          <a:custGeom>
            <a:rect b="b" l="l" r="r" t="t"/>
            <a:pathLst>
              <a:path extrusionOk="0" h="305328" w="305328">
                <a:moveTo>
                  <a:pt x="0" y="0"/>
                </a:moveTo>
                <a:lnTo>
                  <a:pt x="305328" y="0"/>
                </a:lnTo>
                <a:lnTo>
                  <a:pt x="305328" y="305328"/>
                </a:lnTo>
                <a:lnTo>
                  <a:pt x="0" y="305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"/>
          <p:cNvSpPr/>
          <p:nvPr/>
        </p:nvSpPr>
        <p:spPr>
          <a:xfrm>
            <a:off x="5024721" y="2629416"/>
            <a:ext cx="305328" cy="305328"/>
          </a:xfrm>
          <a:custGeom>
            <a:rect b="b" l="l" r="r" t="t"/>
            <a:pathLst>
              <a:path extrusionOk="0" h="305328" w="305328">
                <a:moveTo>
                  <a:pt x="0" y="0"/>
                </a:moveTo>
                <a:lnTo>
                  <a:pt x="305328" y="0"/>
                </a:lnTo>
                <a:lnTo>
                  <a:pt x="305328" y="305328"/>
                </a:lnTo>
                <a:lnTo>
                  <a:pt x="0" y="305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"/>
          <p:cNvSpPr/>
          <p:nvPr/>
        </p:nvSpPr>
        <p:spPr>
          <a:xfrm rot="-1638847">
            <a:off x="2987079" y="1651421"/>
            <a:ext cx="458742" cy="442061"/>
          </a:xfrm>
          <a:custGeom>
            <a:rect b="b" l="l" r="r" t="t"/>
            <a:pathLst>
              <a:path extrusionOk="0" h="442061" w="458742">
                <a:moveTo>
                  <a:pt x="0" y="0"/>
                </a:moveTo>
                <a:lnTo>
                  <a:pt x="458743" y="0"/>
                </a:lnTo>
                <a:lnTo>
                  <a:pt x="458743" y="442060"/>
                </a:lnTo>
                <a:lnTo>
                  <a:pt x="0" y="442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"/>
          <p:cNvSpPr txBox="1"/>
          <p:nvPr/>
        </p:nvSpPr>
        <p:spPr>
          <a:xfrm>
            <a:off x="6876833" y="6614040"/>
            <a:ext cx="453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E06666"/>
                </a:solidFill>
                <a:latin typeface="Lilita One"/>
                <a:ea typeface="Lilita One"/>
                <a:cs typeface="Lilita One"/>
                <a:sym typeface="Lilita One"/>
              </a:rPr>
              <a:t>PPL PPG UNESA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 rot="-1638847">
            <a:off x="15247600" y="2710024"/>
            <a:ext cx="458742" cy="442061"/>
          </a:xfrm>
          <a:custGeom>
            <a:rect b="b" l="l" r="r" t="t"/>
            <a:pathLst>
              <a:path extrusionOk="0" h="442061" w="458742">
                <a:moveTo>
                  <a:pt x="0" y="0"/>
                </a:moveTo>
                <a:lnTo>
                  <a:pt x="458742" y="0"/>
                </a:lnTo>
                <a:lnTo>
                  <a:pt x="458742" y="442060"/>
                </a:lnTo>
                <a:lnTo>
                  <a:pt x="0" y="442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"/>
          <p:cNvSpPr/>
          <p:nvPr/>
        </p:nvSpPr>
        <p:spPr>
          <a:xfrm rot="1575330">
            <a:off x="11976144" y="7918277"/>
            <a:ext cx="377823" cy="364084"/>
          </a:xfrm>
          <a:custGeom>
            <a:rect b="b" l="l" r="r" t="t"/>
            <a:pathLst>
              <a:path extrusionOk="0" h="364084" w="377823">
                <a:moveTo>
                  <a:pt x="0" y="0"/>
                </a:moveTo>
                <a:lnTo>
                  <a:pt x="377823" y="0"/>
                </a:lnTo>
                <a:lnTo>
                  <a:pt x="377823" y="364084"/>
                </a:lnTo>
                <a:lnTo>
                  <a:pt x="0" y="364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C9B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"/>
          <p:cNvGrpSpPr/>
          <p:nvPr/>
        </p:nvGrpSpPr>
        <p:grpSpPr>
          <a:xfrm>
            <a:off x="0" y="0"/>
            <a:ext cx="21335338" cy="10287000"/>
            <a:chOff x="0" y="0"/>
            <a:chExt cx="28447117" cy="137160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6" name="Google Shape;116;p2"/>
            <p:cNvSpPr/>
            <p:nvPr/>
          </p:nvSpPr>
          <p:spPr>
            <a:xfrm>
              <a:off x="14731117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17" name="Google Shape;117;p2"/>
          <p:cNvGrpSpPr/>
          <p:nvPr/>
        </p:nvGrpSpPr>
        <p:grpSpPr>
          <a:xfrm>
            <a:off x="1664444" y="1376813"/>
            <a:ext cx="15744616" cy="8170098"/>
            <a:chOff x="0" y="-47625"/>
            <a:chExt cx="4146730" cy="2151795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68B3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2"/>
          <p:cNvSpPr/>
          <p:nvPr/>
        </p:nvSpPr>
        <p:spPr>
          <a:xfrm>
            <a:off x="15782192" y="2021470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7"/>
                </a:lnTo>
                <a:lnTo>
                  <a:pt x="0" y="1477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>
            <a:off x="15782192" y="3528803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>
            <a:off x="15782192" y="5036136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15782192" y="6573694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4" name="Google Shape;124;p2"/>
          <p:cNvGrpSpPr/>
          <p:nvPr/>
        </p:nvGrpSpPr>
        <p:grpSpPr>
          <a:xfrm>
            <a:off x="1332767" y="329798"/>
            <a:ext cx="15744719" cy="8170150"/>
            <a:chOff x="0" y="-47625"/>
            <a:chExt cx="4146730" cy="2151795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FBFE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2"/>
          <p:cNvSpPr/>
          <p:nvPr/>
        </p:nvSpPr>
        <p:spPr>
          <a:xfrm>
            <a:off x="884944" y="1681292"/>
            <a:ext cx="978074" cy="6924415"/>
          </a:xfrm>
          <a:custGeom>
            <a:rect b="b" l="l" r="r" t="t"/>
            <a:pathLst>
              <a:path extrusionOk="0" h="6924415" w="978074">
                <a:moveTo>
                  <a:pt x="0" y="0"/>
                </a:moveTo>
                <a:lnTo>
                  <a:pt x="978073" y="0"/>
                </a:lnTo>
                <a:lnTo>
                  <a:pt x="978073" y="6924416"/>
                </a:lnTo>
                <a:lnTo>
                  <a:pt x="0" y="6924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8" name="Google Shape;128;p2"/>
          <p:cNvGrpSpPr/>
          <p:nvPr/>
        </p:nvGrpSpPr>
        <p:grpSpPr>
          <a:xfrm>
            <a:off x="3082175" y="2559326"/>
            <a:ext cx="5918490" cy="5549978"/>
            <a:chOff x="0" y="-47625"/>
            <a:chExt cx="1558769" cy="1254034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558769" cy="1206409"/>
            </a:xfrm>
            <a:custGeom>
              <a:rect b="b" l="l" r="r" t="t"/>
              <a:pathLst>
                <a:path extrusionOk="0" h="1206409" w="1558769">
                  <a:moveTo>
                    <a:pt x="66713" y="0"/>
                  </a:moveTo>
                  <a:lnTo>
                    <a:pt x="1492056" y="0"/>
                  </a:lnTo>
                  <a:cubicBezTo>
                    <a:pt x="1509749" y="0"/>
                    <a:pt x="1526718" y="7029"/>
                    <a:pt x="1539229" y="19540"/>
                  </a:cubicBezTo>
                  <a:cubicBezTo>
                    <a:pt x="1551740" y="32051"/>
                    <a:pt x="1558769" y="49020"/>
                    <a:pt x="1558769" y="66713"/>
                  </a:cubicBezTo>
                  <a:lnTo>
                    <a:pt x="1558769" y="1139696"/>
                  </a:lnTo>
                  <a:cubicBezTo>
                    <a:pt x="1558769" y="1157389"/>
                    <a:pt x="1551740" y="1174358"/>
                    <a:pt x="1539229" y="1186869"/>
                  </a:cubicBezTo>
                  <a:cubicBezTo>
                    <a:pt x="1526718" y="1199380"/>
                    <a:pt x="1509749" y="1206409"/>
                    <a:pt x="1492056" y="1206409"/>
                  </a:cubicBezTo>
                  <a:lnTo>
                    <a:pt x="66713" y="1206409"/>
                  </a:lnTo>
                  <a:cubicBezTo>
                    <a:pt x="49020" y="1206409"/>
                    <a:pt x="32051" y="1199380"/>
                    <a:pt x="19540" y="1186869"/>
                  </a:cubicBezTo>
                  <a:cubicBezTo>
                    <a:pt x="7029" y="1174358"/>
                    <a:pt x="0" y="1157389"/>
                    <a:pt x="0" y="1139696"/>
                  </a:cubicBezTo>
                  <a:lnTo>
                    <a:pt x="0" y="66713"/>
                  </a:lnTo>
                  <a:cubicBezTo>
                    <a:pt x="0" y="49020"/>
                    <a:pt x="7029" y="32051"/>
                    <a:pt x="19540" y="19540"/>
                  </a:cubicBezTo>
                  <a:cubicBezTo>
                    <a:pt x="32051" y="7029"/>
                    <a:pt x="49020" y="0"/>
                    <a:pt x="66713" y="0"/>
                  </a:cubicBezTo>
                  <a:close/>
                </a:path>
              </a:pathLst>
            </a:custGeom>
            <a:solidFill>
              <a:srgbClr val="E4DE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-47625"/>
              <a:ext cx="1558769" cy="1254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0072875" y="2559425"/>
            <a:ext cx="5918490" cy="5549978"/>
            <a:chOff x="0" y="-47625"/>
            <a:chExt cx="1558769" cy="1254034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1558769" cy="1206409"/>
            </a:xfrm>
            <a:custGeom>
              <a:rect b="b" l="l" r="r" t="t"/>
              <a:pathLst>
                <a:path extrusionOk="0" h="1206409" w="1558769">
                  <a:moveTo>
                    <a:pt x="66713" y="0"/>
                  </a:moveTo>
                  <a:lnTo>
                    <a:pt x="1492056" y="0"/>
                  </a:lnTo>
                  <a:cubicBezTo>
                    <a:pt x="1509749" y="0"/>
                    <a:pt x="1526718" y="7029"/>
                    <a:pt x="1539229" y="19540"/>
                  </a:cubicBezTo>
                  <a:cubicBezTo>
                    <a:pt x="1551740" y="32051"/>
                    <a:pt x="1558769" y="49020"/>
                    <a:pt x="1558769" y="66713"/>
                  </a:cubicBezTo>
                  <a:lnTo>
                    <a:pt x="1558769" y="1139696"/>
                  </a:lnTo>
                  <a:cubicBezTo>
                    <a:pt x="1558769" y="1157389"/>
                    <a:pt x="1551740" y="1174358"/>
                    <a:pt x="1539229" y="1186869"/>
                  </a:cubicBezTo>
                  <a:cubicBezTo>
                    <a:pt x="1526718" y="1199380"/>
                    <a:pt x="1509749" y="1206409"/>
                    <a:pt x="1492056" y="1206409"/>
                  </a:cubicBezTo>
                  <a:lnTo>
                    <a:pt x="66713" y="1206409"/>
                  </a:lnTo>
                  <a:cubicBezTo>
                    <a:pt x="49020" y="1206409"/>
                    <a:pt x="32051" y="1199380"/>
                    <a:pt x="19540" y="1186869"/>
                  </a:cubicBezTo>
                  <a:cubicBezTo>
                    <a:pt x="7029" y="1174358"/>
                    <a:pt x="0" y="1157389"/>
                    <a:pt x="0" y="1139696"/>
                  </a:cubicBezTo>
                  <a:lnTo>
                    <a:pt x="0" y="66713"/>
                  </a:lnTo>
                  <a:cubicBezTo>
                    <a:pt x="0" y="49020"/>
                    <a:pt x="7029" y="32051"/>
                    <a:pt x="19540" y="19540"/>
                  </a:cubicBezTo>
                  <a:cubicBezTo>
                    <a:pt x="32051" y="7029"/>
                    <a:pt x="49020" y="0"/>
                    <a:pt x="66713" y="0"/>
                  </a:cubicBezTo>
                  <a:close/>
                </a:path>
              </a:pathLst>
            </a:custGeom>
            <a:solidFill>
              <a:srgbClr val="E4DE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0" y="-47625"/>
              <a:ext cx="1558769" cy="1254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4" name="Google Shape;134;p2"/>
          <p:cNvCxnSpPr/>
          <p:nvPr/>
        </p:nvCxnSpPr>
        <p:spPr>
          <a:xfrm>
            <a:off x="9000623" y="5819095"/>
            <a:ext cx="107225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2"/>
          <p:cNvSpPr/>
          <p:nvPr/>
        </p:nvSpPr>
        <p:spPr>
          <a:xfrm rot="-5082124">
            <a:off x="14520067" y="594213"/>
            <a:ext cx="1238424" cy="1176503"/>
          </a:xfrm>
          <a:custGeom>
            <a:rect b="b" l="l" r="r" t="t"/>
            <a:pathLst>
              <a:path extrusionOk="0" h="1176503" w="1238424">
                <a:moveTo>
                  <a:pt x="0" y="0"/>
                </a:moveTo>
                <a:lnTo>
                  <a:pt x="1238424" y="0"/>
                </a:lnTo>
                <a:lnTo>
                  <a:pt x="1238424" y="1176502"/>
                </a:lnTo>
                <a:lnTo>
                  <a:pt x="0" y="1176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"/>
          <p:cNvSpPr/>
          <p:nvPr/>
        </p:nvSpPr>
        <p:spPr>
          <a:xfrm>
            <a:off x="2531057" y="594213"/>
            <a:ext cx="1238424" cy="1176503"/>
          </a:xfrm>
          <a:custGeom>
            <a:rect b="b" l="l" r="r" t="t"/>
            <a:pathLst>
              <a:path extrusionOk="0" h="1176503" w="1238424">
                <a:moveTo>
                  <a:pt x="1238424" y="1176502"/>
                </a:moveTo>
                <a:lnTo>
                  <a:pt x="0" y="1176502"/>
                </a:lnTo>
                <a:lnTo>
                  <a:pt x="0" y="0"/>
                </a:lnTo>
                <a:lnTo>
                  <a:pt x="1238424" y="0"/>
                </a:lnTo>
                <a:lnTo>
                  <a:pt x="1238424" y="1176502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2"/>
          <p:cNvSpPr/>
          <p:nvPr/>
        </p:nvSpPr>
        <p:spPr>
          <a:xfrm>
            <a:off x="14496366" y="2791169"/>
            <a:ext cx="349353" cy="349353"/>
          </a:xfrm>
          <a:custGeom>
            <a:rect b="b" l="l" r="r" t="t"/>
            <a:pathLst>
              <a:path extrusionOk="0" h="349353" w="349353">
                <a:moveTo>
                  <a:pt x="0" y="0"/>
                </a:moveTo>
                <a:lnTo>
                  <a:pt x="349354" y="0"/>
                </a:lnTo>
                <a:lnTo>
                  <a:pt x="349354" y="349353"/>
                </a:lnTo>
                <a:lnTo>
                  <a:pt x="0" y="349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2297918" y="7701449"/>
            <a:ext cx="349353" cy="349353"/>
          </a:xfrm>
          <a:custGeom>
            <a:rect b="b" l="l" r="r" t="t"/>
            <a:pathLst>
              <a:path extrusionOk="0" h="349353" w="349353">
                <a:moveTo>
                  <a:pt x="0" y="0"/>
                </a:moveTo>
                <a:lnTo>
                  <a:pt x="349354" y="0"/>
                </a:lnTo>
                <a:lnTo>
                  <a:pt x="349354" y="349353"/>
                </a:lnTo>
                <a:lnTo>
                  <a:pt x="0" y="349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"/>
          <p:cNvSpPr/>
          <p:nvPr/>
        </p:nvSpPr>
        <p:spPr>
          <a:xfrm>
            <a:off x="11199115" y="8499912"/>
            <a:ext cx="285259" cy="285259"/>
          </a:xfrm>
          <a:custGeom>
            <a:rect b="b" l="l" r="r" t="t"/>
            <a:pathLst>
              <a:path extrusionOk="0" h="285259" w="285259">
                <a:moveTo>
                  <a:pt x="0" y="0"/>
                </a:moveTo>
                <a:lnTo>
                  <a:pt x="285260" y="0"/>
                </a:lnTo>
                <a:lnTo>
                  <a:pt x="285260" y="285259"/>
                </a:lnTo>
                <a:lnTo>
                  <a:pt x="0" y="2852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2"/>
          <p:cNvSpPr/>
          <p:nvPr/>
        </p:nvSpPr>
        <p:spPr>
          <a:xfrm>
            <a:off x="11061800" y="4205221"/>
            <a:ext cx="3940638" cy="3809883"/>
          </a:xfrm>
          <a:custGeom>
            <a:rect b="b" l="l" r="r" t="t"/>
            <a:pathLst>
              <a:path extrusionOk="0" h="3242454" w="3471928">
                <a:moveTo>
                  <a:pt x="0" y="0"/>
                </a:moveTo>
                <a:lnTo>
                  <a:pt x="3471927" y="0"/>
                </a:lnTo>
                <a:lnTo>
                  <a:pt x="3471927" y="3242453"/>
                </a:lnTo>
                <a:lnTo>
                  <a:pt x="0" y="3242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-7077"/>
            </a:stretch>
          </a:blipFill>
          <a:ln>
            <a:noFill/>
          </a:ln>
        </p:spPr>
      </p:sp>
      <p:sp>
        <p:nvSpPr>
          <p:cNvPr id="141" name="Google Shape;141;p2"/>
          <p:cNvSpPr txBox="1"/>
          <p:nvPr/>
        </p:nvSpPr>
        <p:spPr>
          <a:xfrm>
            <a:off x="4269425" y="1205777"/>
            <a:ext cx="97491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Data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11232700" y="3063601"/>
            <a:ext cx="359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Siklus Pengolahan Data</a:t>
            </a:r>
            <a:endParaRPr>
              <a:solidFill>
                <a:srgbClr val="005051"/>
              </a:solidFill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3437750" y="3140525"/>
            <a:ext cx="5207400" cy="44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6064" lvl="1" marL="582928" marR="0" rtl="0" algn="just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Clr>
                <a:srgbClr val="005051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Data berasal dari kata datum = sesuatu yang diberikan</a:t>
            </a:r>
            <a:endParaRPr sz="1000"/>
          </a:p>
          <a:p>
            <a:pPr indent="-266064" lvl="1" marL="582928" marR="0" rtl="0" algn="just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Clr>
                <a:srgbClr val="005051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Data adalah sekumpulan informasi/keterangan dari hasil pengamatan</a:t>
            </a:r>
            <a:endParaRPr sz="1000"/>
          </a:p>
          <a:p>
            <a:pPr indent="-266064" lvl="1" marL="582928" marR="0" rtl="0" algn="just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Clr>
                <a:srgbClr val="005051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Data mentah perlu diolah agar menjadi informasi bermakna</a:t>
            </a:r>
            <a:endParaRPr sz="1000"/>
          </a:p>
          <a:p>
            <a:pPr indent="0" lvl="0" marL="0" marR="0" rtl="0" algn="just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Contoh:</a:t>
            </a:r>
            <a:endParaRPr sz="1000"/>
          </a:p>
          <a:p>
            <a:pPr indent="-266064" lvl="1" marL="582928" marR="0" rtl="0" algn="just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Clr>
                <a:srgbClr val="005051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Data karyawan: NIP, nama, alamat</a:t>
            </a:r>
            <a:endParaRPr sz="1000"/>
          </a:p>
          <a:p>
            <a:pPr indent="-266064" lvl="1" marL="582928" marR="0" rtl="0" algn="just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Clr>
                <a:srgbClr val="005051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Data barang: ID barang, harga, stok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C9B9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3"/>
          <p:cNvGrpSpPr/>
          <p:nvPr/>
        </p:nvGrpSpPr>
        <p:grpSpPr>
          <a:xfrm>
            <a:off x="0" y="0"/>
            <a:ext cx="21335338" cy="10287000"/>
            <a:chOff x="0" y="0"/>
            <a:chExt cx="28447117" cy="13716000"/>
          </a:xfrm>
        </p:grpSpPr>
        <p:sp>
          <p:nvSpPr>
            <p:cNvPr id="149" name="Google Shape;149;p3"/>
            <p:cNvSpPr/>
            <p:nvPr/>
          </p:nvSpPr>
          <p:spPr>
            <a:xfrm>
              <a:off x="0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0" name="Google Shape;150;p3"/>
            <p:cNvSpPr/>
            <p:nvPr/>
          </p:nvSpPr>
          <p:spPr>
            <a:xfrm>
              <a:off x="14731117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51" name="Google Shape;151;p3"/>
          <p:cNvGrpSpPr/>
          <p:nvPr/>
        </p:nvGrpSpPr>
        <p:grpSpPr>
          <a:xfrm>
            <a:off x="1664444" y="1376813"/>
            <a:ext cx="15744616" cy="8170098"/>
            <a:chOff x="0" y="-47625"/>
            <a:chExt cx="4146730" cy="2151795"/>
          </a:xfrm>
        </p:grpSpPr>
        <p:sp>
          <p:nvSpPr>
            <p:cNvPr id="152" name="Google Shape;152;p3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68B3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3"/>
          <p:cNvSpPr/>
          <p:nvPr/>
        </p:nvSpPr>
        <p:spPr>
          <a:xfrm>
            <a:off x="15782192" y="2021470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7"/>
                </a:lnTo>
                <a:lnTo>
                  <a:pt x="0" y="1477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3"/>
          <p:cNvSpPr/>
          <p:nvPr/>
        </p:nvSpPr>
        <p:spPr>
          <a:xfrm>
            <a:off x="15782192" y="3528803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3"/>
          <p:cNvSpPr/>
          <p:nvPr/>
        </p:nvSpPr>
        <p:spPr>
          <a:xfrm>
            <a:off x="15782192" y="5036136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3"/>
          <p:cNvSpPr/>
          <p:nvPr/>
        </p:nvSpPr>
        <p:spPr>
          <a:xfrm>
            <a:off x="15782192" y="6573694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8" name="Google Shape;158;p3"/>
          <p:cNvGrpSpPr/>
          <p:nvPr/>
        </p:nvGrpSpPr>
        <p:grpSpPr>
          <a:xfrm>
            <a:off x="1271692" y="860674"/>
            <a:ext cx="15744616" cy="8170098"/>
            <a:chOff x="0" y="-47625"/>
            <a:chExt cx="4146730" cy="2151795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FBFE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3"/>
          <p:cNvSpPr/>
          <p:nvPr/>
        </p:nvSpPr>
        <p:spPr>
          <a:xfrm>
            <a:off x="884944" y="1681292"/>
            <a:ext cx="978074" cy="6924415"/>
          </a:xfrm>
          <a:custGeom>
            <a:rect b="b" l="l" r="r" t="t"/>
            <a:pathLst>
              <a:path extrusionOk="0" h="6924415" w="978074">
                <a:moveTo>
                  <a:pt x="0" y="0"/>
                </a:moveTo>
                <a:lnTo>
                  <a:pt x="978073" y="0"/>
                </a:lnTo>
                <a:lnTo>
                  <a:pt x="978073" y="6924416"/>
                </a:lnTo>
                <a:lnTo>
                  <a:pt x="0" y="6924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2" name="Google Shape;162;p3"/>
          <p:cNvGrpSpPr/>
          <p:nvPr/>
        </p:nvGrpSpPr>
        <p:grpSpPr>
          <a:xfrm>
            <a:off x="3082175" y="4099115"/>
            <a:ext cx="5918490" cy="3760291"/>
            <a:chOff x="0" y="-47625"/>
            <a:chExt cx="1558769" cy="849572"/>
          </a:xfrm>
        </p:grpSpPr>
        <p:sp>
          <p:nvSpPr>
            <p:cNvPr id="163" name="Google Shape;163;p3"/>
            <p:cNvSpPr/>
            <p:nvPr/>
          </p:nvSpPr>
          <p:spPr>
            <a:xfrm>
              <a:off x="0" y="0"/>
              <a:ext cx="1558769" cy="801947"/>
            </a:xfrm>
            <a:custGeom>
              <a:rect b="b" l="l" r="r" t="t"/>
              <a:pathLst>
                <a:path extrusionOk="0" h="801947" w="1558769">
                  <a:moveTo>
                    <a:pt x="66713" y="0"/>
                  </a:moveTo>
                  <a:lnTo>
                    <a:pt x="1492056" y="0"/>
                  </a:lnTo>
                  <a:cubicBezTo>
                    <a:pt x="1509749" y="0"/>
                    <a:pt x="1526718" y="7029"/>
                    <a:pt x="1539229" y="19540"/>
                  </a:cubicBezTo>
                  <a:cubicBezTo>
                    <a:pt x="1551740" y="32051"/>
                    <a:pt x="1558769" y="49020"/>
                    <a:pt x="1558769" y="66713"/>
                  </a:cubicBezTo>
                  <a:lnTo>
                    <a:pt x="1558769" y="735234"/>
                  </a:lnTo>
                  <a:cubicBezTo>
                    <a:pt x="1558769" y="752927"/>
                    <a:pt x="1551740" y="769896"/>
                    <a:pt x="1539229" y="782407"/>
                  </a:cubicBezTo>
                  <a:cubicBezTo>
                    <a:pt x="1526718" y="794918"/>
                    <a:pt x="1509749" y="801947"/>
                    <a:pt x="1492056" y="801947"/>
                  </a:cubicBezTo>
                  <a:lnTo>
                    <a:pt x="66713" y="801947"/>
                  </a:lnTo>
                  <a:cubicBezTo>
                    <a:pt x="49020" y="801947"/>
                    <a:pt x="32051" y="794918"/>
                    <a:pt x="19540" y="782407"/>
                  </a:cubicBezTo>
                  <a:cubicBezTo>
                    <a:pt x="7029" y="769896"/>
                    <a:pt x="0" y="752927"/>
                    <a:pt x="0" y="735234"/>
                  </a:cubicBezTo>
                  <a:lnTo>
                    <a:pt x="0" y="66713"/>
                  </a:lnTo>
                  <a:cubicBezTo>
                    <a:pt x="0" y="49020"/>
                    <a:pt x="7029" y="32051"/>
                    <a:pt x="19540" y="19540"/>
                  </a:cubicBezTo>
                  <a:cubicBezTo>
                    <a:pt x="32051" y="7029"/>
                    <a:pt x="49020" y="0"/>
                    <a:pt x="66713" y="0"/>
                  </a:cubicBezTo>
                  <a:close/>
                </a:path>
              </a:pathLst>
            </a:custGeom>
            <a:solidFill>
              <a:srgbClr val="E4DE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 txBox="1"/>
            <p:nvPr/>
          </p:nvSpPr>
          <p:spPr>
            <a:xfrm>
              <a:off x="0" y="-47625"/>
              <a:ext cx="1558769" cy="849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3"/>
          <p:cNvGrpSpPr/>
          <p:nvPr/>
        </p:nvGrpSpPr>
        <p:grpSpPr>
          <a:xfrm>
            <a:off x="10072881" y="3347977"/>
            <a:ext cx="5918450" cy="4761410"/>
            <a:chOff x="0" y="-47625"/>
            <a:chExt cx="1558769" cy="1254034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1558769" cy="1206409"/>
            </a:xfrm>
            <a:custGeom>
              <a:rect b="b" l="l" r="r" t="t"/>
              <a:pathLst>
                <a:path extrusionOk="0" h="1206409" w="1558769">
                  <a:moveTo>
                    <a:pt x="66713" y="0"/>
                  </a:moveTo>
                  <a:lnTo>
                    <a:pt x="1492056" y="0"/>
                  </a:lnTo>
                  <a:cubicBezTo>
                    <a:pt x="1509749" y="0"/>
                    <a:pt x="1526718" y="7029"/>
                    <a:pt x="1539229" y="19540"/>
                  </a:cubicBezTo>
                  <a:cubicBezTo>
                    <a:pt x="1551740" y="32051"/>
                    <a:pt x="1558769" y="49020"/>
                    <a:pt x="1558769" y="66713"/>
                  </a:cubicBezTo>
                  <a:lnTo>
                    <a:pt x="1558769" y="1139696"/>
                  </a:lnTo>
                  <a:cubicBezTo>
                    <a:pt x="1558769" y="1157389"/>
                    <a:pt x="1551740" y="1174358"/>
                    <a:pt x="1539229" y="1186869"/>
                  </a:cubicBezTo>
                  <a:cubicBezTo>
                    <a:pt x="1526718" y="1199380"/>
                    <a:pt x="1509749" y="1206409"/>
                    <a:pt x="1492056" y="1206409"/>
                  </a:cubicBezTo>
                  <a:lnTo>
                    <a:pt x="66713" y="1206409"/>
                  </a:lnTo>
                  <a:cubicBezTo>
                    <a:pt x="49020" y="1206409"/>
                    <a:pt x="32051" y="1199380"/>
                    <a:pt x="19540" y="1186869"/>
                  </a:cubicBezTo>
                  <a:cubicBezTo>
                    <a:pt x="7029" y="1174358"/>
                    <a:pt x="0" y="1157389"/>
                    <a:pt x="0" y="1139696"/>
                  </a:cubicBezTo>
                  <a:lnTo>
                    <a:pt x="0" y="66713"/>
                  </a:lnTo>
                  <a:cubicBezTo>
                    <a:pt x="0" y="49020"/>
                    <a:pt x="7029" y="32051"/>
                    <a:pt x="19540" y="19540"/>
                  </a:cubicBezTo>
                  <a:cubicBezTo>
                    <a:pt x="32051" y="7029"/>
                    <a:pt x="49020" y="0"/>
                    <a:pt x="66713" y="0"/>
                  </a:cubicBezTo>
                  <a:close/>
                </a:path>
              </a:pathLst>
            </a:custGeom>
            <a:solidFill>
              <a:srgbClr val="E4DE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47625"/>
              <a:ext cx="1558769" cy="1254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8" name="Google Shape;168;p3"/>
          <p:cNvCxnSpPr/>
          <p:nvPr/>
        </p:nvCxnSpPr>
        <p:spPr>
          <a:xfrm>
            <a:off x="9000623" y="5819095"/>
            <a:ext cx="107225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3"/>
          <p:cNvSpPr/>
          <p:nvPr/>
        </p:nvSpPr>
        <p:spPr>
          <a:xfrm rot="-5082124">
            <a:off x="14520067" y="594213"/>
            <a:ext cx="1238424" cy="1176503"/>
          </a:xfrm>
          <a:custGeom>
            <a:rect b="b" l="l" r="r" t="t"/>
            <a:pathLst>
              <a:path extrusionOk="0" h="1176503" w="1238424">
                <a:moveTo>
                  <a:pt x="0" y="0"/>
                </a:moveTo>
                <a:lnTo>
                  <a:pt x="1238424" y="0"/>
                </a:lnTo>
                <a:lnTo>
                  <a:pt x="1238424" y="1176502"/>
                </a:lnTo>
                <a:lnTo>
                  <a:pt x="0" y="1176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3"/>
          <p:cNvSpPr/>
          <p:nvPr/>
        </p:nvSpPr>
        <p:spPr>
          <a:xfrm>
            <a:off x="2531057" y="594213"/>
            <a:ext cx="1238424" cy="1176503"/>
          </a:xfrm>
          <a:custGeom>
            <a:rect b="b" l="l" r="r" t="t"/>
            <a:pathLst>
              <a:path extrusionOk="0" h="1176503" w="1238424">
                <a:moveTo>
                  <a:pt x="1238424" y="1176502"/>
                </a:moveTo>
                <a:lnTo>
                  <a:pt x="0" y="1176502"/>
                </a:lnTo>
                <a:lnTo>
                  <a:pt x="0" y="0"/>
                </a:lnTo>
                <a:lnTo>
                  <a:pt x="1238424" y="0"/>
                </a:lnTo>
                <a:lnTo>
                  <a:pt x="1238424" y="1176502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3"/>
          <p:cNvSpPr/>
          <p:nvPr/>
        </p:nvSpPr>
        <p:spPr>
          <a:xfrm>
            <a:off x="14496366" y="2791169"/>
            <a:ext cx="349353" cy="349353"/>
          </a:xfrm>
          <a:custGeom>
            <a:rect b="b" l="l" r="r" t="t"/>
            <a:pathLst>
              <a:path extrusionOk="0" h="349353" w="349353">
                <a:moveTo>
                  <a:pt x="0" y="0"/>
                </a:moveTo>
                <a:lnTo>
                  <a:pt x="349354" y="0"/>
                </a:lnTo>
                <a:lnTo>
                  <a:pt x="349354" y="349353"/>
                </a:lnTo>
                <a:lnTo>
                  <a:pt x="0" y="349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3"/>
          <p:cNvSpPr/>
          <p:nvPr/>
        </p:nvSpPr>
        <p:spPr>
          <a:xfrm>
            <a:off x="2297918" y="7701449"/>
            <a:ext cx="349353" cy="349353"/>
          </a:xfrm>
          <a:custGeom>
            <a:rect b="b" l="l" r="r" t="t"/>
            <a:pathLst>
              <a:path extrusionOk="0" h="349353" w="349353">
                <a:moveTo>
                  <a:pt x="0" y="0"/>
                </a:moveTo>
                <a:lnTo>
                  <a:pt x="349354" y="0"/>
                </a:lnTo>
                <a:lnTo>
                  <a:pt x="349354" y="349353"/>
                </a:lnTo>
                <a:lnTo>
                  <a:pt x="0" y="349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3"/>
          <p:cNvSpPr/>
          <p:nvPr/>
        </p:nvSpPr>
        <p:spPr>
          <a:xfrm>
            <a:off x="11199115" y="8499912"/>
            <a:ext cx="285259" cy="285259"/>
          </a:xfrm>
          <a:custGeom>
            <a:rect b="b" l="l" r="r" t="t"/>
            <a:pathLst>
              <a:path extrusionOk="0" h="285259" w="285259">
                <a:moveTo>
                  <a:pt x="0" y="0"/>
                </a:moveTo>
                <a:lnTo>
                  <a:pt x="285260" y="0"/>
                </a:lnTo>
                <a:lnTo>
                  <a:pt x="285260" y="285259"/>
                </a:lnTo>
                <a:lnTo>
                  <a:pt x="0" y="2852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3"/>
          <p:cNvSpPr txBox="1"/>
          <p:nvPr/>
        </p:nvSpPr>
        <p:spPr>
          <a:xfrm>
            <a:off x="4269432" y="2043242"/>
            <a:ext cx="974913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Analisis Data</a:t>
            </a:r>
            <a:endParaRPr/>
          </a:p>
        </p:txBody>
      </p:sp>
      <p:sp>
        <p:nvSpPr>
          <p:cNvPr id="175" name="Google Shape;175;p3"/>
          <p:cNvSpPr txBox="1"/>
          <p:nvPr/>
        </p:nvSpPr>
        <p:spPr>
          <a:xfrm>
            <a:off x="11232708" y="3873037"/>
            <a:ext cx="359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Perkakas Analisis Data</a:t>
            </a:r>
            <a:endParaRPr sz="1000">
              <a:solidFill>
                <a:srgbClr val="005051"/>
              </a:solidFill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3437738" y="4705901"/>
            <a:ext cx="5207400" cy="27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Analisis data adalah proses mengolah data untuk menemukan informasi berguna sebagai dasar pengambilan keputusan.</a:t>
            </a:r>
            <a:endParaRPr sz="1100"/>
          </a:p>
        </p:txBody>
      </p:sp>
      <p:sp>
        <p:nvSpPr>
          <p:cNvPr id="177" name="Google Shape;177;p3"/>
          <p:cNvSpPr txBox="1"/>
          <p:nvPr/>
        </p:nvSpPr>
        <p:spPr>
          <a:xfrm>
            <a:off x="10425306" y="4588858"/>
            <a:ext cx="52074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70509" lvl="1" marL="604518" marR="0" rtl="0" algn="just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Clr>
                <a:srgbClr val="005051"/>
              </a:buClr>
              <a:buSzPts val="2299"/>
              <a:buFont typeface="Arial"/>
              <a:buAutoNum type="arabicPeriod"/>
            </a:pPr>
            <a:r>
              <a:rPr b="0" i="0" lang="en-US" sz="22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endParaRPr sz="900"/>
          </a:p>
          <a:p>
            <a:pPr indent="0" lvl="0" marL="0" marR="0" rtl="0" algn="just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Platform online untuk menulis dan menjalankan program Python secara langsung melalui browser.</a:t>
            </a:r>
            <a:endParaRPr sz="900"/>
          </a:p>
          <a:p>
            <a:pPr indent="-270509" lvl="1" marL="604518" marR="0" rtl="0" algn="just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Clr>
                <a:srgbClr val="005051"/>
              </a:buClr>
              <a:buSzPts val="2299"/>
              <a:buFont typeface="Arial"/>
              <a:buAutoNum type="arabicPeriod"/>
            </a:pPr>
            <a:r>
              <a:rPr b="0" i="0" lang="en-US" sz="22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900"/>
          </a:p>
          <a:p>
            <a:pPr indent="0" lvl="0" marL="0" marR="0" rtl="0" algn="just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Bahasa pemrograman yang digunakan untuk mengolah, menghitung, dan menganalisis data secara otomatis.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C9B9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4"/>
          <p:cNvGrpSpPr/>
          <p:nvPr/>
        </p:nvGrpSpPr>
        <p:grpSpPr>
          <a:xfrm>
            <a:off x="0" y="0"/>
            <a:ext cx="21335338" cy="10287000"/>
            <a:chOff x="0" y="0"/>
            <a:chExt cx="28447117" cy="13716000"/>
          </a:xfrm>
        </p:grpSpPr>
        <p:sp>
          <p:nvSpPr>
            <p:cNvPr id="183" name="Google Shape;183;p4"/>
            <p:cNvSpPr/>
            <p:nvPr/>
          </p:nvSpPr>
          <p:spPr>
            <a:xfrm>
              <a:off x="0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4" name="Google Shape;184;p4"/>
            <p:cNvSpPr/>
            <p:nvPr/>
          </p:nvSpPr>
          <p:spPr>
            <a:xfrm>
              <a:off x="14731117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85" name="Google Shape;185;p4"/>
          <p:cNvGrpSpPr/>
          <p:nvPr/>
        </p:nvGrpSpPr>
        <p:grpSpPr>
          <a:xfrm>
            <a:off x="1664444" y="1376813"/>
            <a:ext cx="15744616" cy="8170098"/>
            <a:chOff x="0" y="-47625"/>
            <a:chExt cx="4146730" cy="2151795"/>
          </a:xfrm>
        </p:grpSpPr>
        <p:sp>
          <p:nvSpPr>
            <p:cNvPr id="186" name="Google Shape;186;p4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68B3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4"/>
          <p:cNvSpPr/>
          <p:nvPr/>
        </p:nvSpPr>
        <p:spPr>
          <a:xfrm>
            <a:off x="15782192" y="2021470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7"/>
                </a:lnTo>
                <a:lnTo>
                  <a:pt x="0" y="1477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4"/>
          <p:cNvSpPr/>
          <p:nvPr/>
        </p:nvSpPr>
        <p:spPr>
          <a:xfrm>
            <a:off x="15782192" y="3528803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4"/>
          <p:cNvSpPr/>
          <p:nvPr/>
        </p:nvSpPr>
        <p:spPr>
          <a:xfrm>
            <a:off x="15782192" y="5036136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4"/>
          <p:cNvSpPr/>
          <p:nvPr/>
        </p:nvSpPr>
        <p:spPr>
          <a:xfrm>
            <a:off x="15782192" y="6573694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2" name="Google Shape;192;p4"/>
          <p:cNvGrpSpPr/>
          <p:nvPr/>
        </p:nvGrpSpPr>
        <p:grpSpPr>
          <a:xfrm>
            <a:off x="1271692" y="860674"/>
            <a:ext cx="15744616" cy="8170098"/>
            <a:chOff x="0" y="-47625"/>
            <a:chExt cx="4146730" cy="2151795"/>
          </a:xfrm>
        </p:grpSpPr>
        <p:sp>
          <p:nvSpPr>
            <p:cNvPr id="193" name="Google Shape;193;p4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FBFE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4"/>
          <p:cNvSpPr/>
          <p:nvPr/>
        </p:nvSpPr>
        <p:spPr>
          <a:xfrm>
            <a:off x="884944" y="1681292"/>
            <a:ext cx="978074" cy="6924415"/>
          </a:xfrm>
          <a:custGeom>
            <a:rect b="b" l="l" r="r" t="t"/>
            <a:pathLst>
              <a:path extrusionOk="0" h="6924415" w="978074">
                <a:moveTo>
                  <a:pt x="0" y="0"/>
                </a:moveTo>
                <a:lnTo>
                  <a:pt x="978073" y="0"/>
                </a:lnTo>
                <a:lnTo>
                  <a:pt x="978073" y="6924416"/>
                </a:lnTo>
                <a:lnTo>
                  <a:pt x="0" y="6924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4"/>
          <p:cNvSpPr txBox="1"/>
          <p:nvPr/>
        </p:nvSpPr>
        <p:spPr>
          <a:xfrm>
            <a:off x="2522877" y="2259595"/>
            <a:ext cx="11683274" cy="778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0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Langkah Masuk Google Colab</a:t>
            </a:r>
            <a:endParaRPr/>
          </a:p>
        </p:txBody>
      </p:sp>
      <p:grpSp>
        <p:nvGrpSpPr>
          <p:cNvPr id="197" name="Google Shape;197;p4"/>
          <p:cNvGrpSpPr/>
          <p:nvPr/>
        </p:nvGrpSpPr>
        <p:grpSpPr>
          <a:xfrm>
            <a:off x="2522877" y="3528803"/>
            <a:ext cx="1124592" cy="4652008"/>
            <a:chOff x="0" y="0"/>
            <a:chExt cx="1499456" cy="6202678"/>
          </a:xfrm>
        </p:grpSpPr>
        <p:cxnSp>
          <p:nvCxnSpPr>
            <p:cNvPr id="198" name="Google Shape;198;p4"/>
            <p:cNvCxnSpPr/>
            <p:nvPr/>
          </p:nvCxnSpPr>
          <p:spPr>
            <a:xfrm rot="10800000">
              <a:off x="775128" y="1425682"/>
              <a:ext cx="0" cy="1168191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4"/>
            <p:cNvCxnSpPr/>
            <p:nvPr/>
          </p:nvCxnSpPr>
          <p:spPr>
            <a:xfrm rot="10800000">
              <a:off x="800528" y="3851067"/>
              <a:ext cx="0" cy="1168191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" name="Google Shape;200;p4"/>
            <p:cNvSpPr/>
            <p:nvPr/>
          </p:nvSpPr>
          <p:spPr>
            <a:xfrm>
              <a:off x="0" y="0"/>
              <a:ext cx="1499456" cy="1499456"/>
            </a:xfrm>
            <a:custGeom>
              <a:rect b="b" l="l" r="r" t="t"/>
              <a:pathLst>
                <a:path extrusionOk="0" h="1499456" w="1499456">
                  <a:moveTo>
                    <a:pt x="0" y="0"/>
                  </a:moveTo>
                  <a:lnTo>
                    <a:pt x="1499456" y="0"/>
                  </a:lnTo>
                  <a:lnTo>
                    <a:pt x="1499456" y="1499456"/>
                  </a:lnTo>
                  <a:lnTo>
                    <a:pt x="0" y="1499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1" name="Google Shape;201;p4"/>
            <p:cNvSpPr/>
            <p:nvPr/>
          </p:nvSpPr>
          <p:spPr>
            <a:xfrm>
              <a:off x="0" y="2351611"/>
              <a:ext cx="1499456" cy="1499456"/>
            </a:xfrm>
            <a:custGeom>
              <a:rect b="b" l="l" r="r" t="t"/>
              <a:pathLst>
                <a:path extrusionOk="0" h="1499456" w="1499456">
                  <a:moveTo>
                    <a:pt x="0" y="0"/>
                  </a:moveTo>
                  <a:lnTo>
                    <a:pt x="1499456" y="0"/>
                  </a:lnTo>
                  <a:lnTo>
                    <a:pt x="1499456" y="1499456"/>
                  </a:lnTo>
                  <a:lnTo>
                    <a:pt x="0" y="1499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2" name="Google Shape;202;p4"/>
            <p:cNvSpPr/>
            <p:nvPr/>
          </p:nvSpPr>
          <p:spPr>
            <a:xfrm>
              <a:off x="0" y="4703222"/>
              <a:ext cx="1499456" cy="1499456"/>
            </a:xfrm>
            <a:custGeom>
              <a:rect b="b" l="l" r="r" t="t"/>
              <a:pathLst>
                <a:path extrusionOk="0" h="1499456" w="1499456">
                  <a:moveTo>
                    <a:pt x="0" y="0"/>
                  </a:moveTo>
                  <a:lnTo>
                    <a:pt x="1499456" y="0"/>
                  </a:lnTo>
                  <a:lnTo>
                    <a:pt x="1499456" y="1499456"/>
                  </a:lnTo>
                  <a:lnTo>
                    <a:pt x="0" y="14994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03" name="Google Shape;203;p4"/>
          <p:cNvSpPr txBox="1"/>
          <p:nvPr/>
        </p:nvSpPr>
        <p:spPr>
          <a:xfrm>
            <a:off x="2240499" y="3908558"/>
            <a:ext cx="1689348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2240499" y="5661449"/>
            <a:ext cx="1689348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2240499" y="7410239"/>
            <a:ext cx="1689348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4310852" y="3733300"/>
            <a:ext cx="93576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Buka colab.research.google.com</a:t>
            </a:r>
            <a:endParaRPr>
              <a:solidFill>
                <a:srgbClr val="005051"/>
              </a:solidFill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4310852" y="5486200"/>
            <a:ext cx="9618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Login menggunakan akun Gmail</a:t>
            </a:r>
            <a:endParaRPr>
              <a:solidFill>
                <a:srgbClr val="005051"/>
              </a:solidFill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4310850" y="7229275"/>
            <a:ext cx="9618000" cy="14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9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Klik New Notebook untuk mulai menulis kode</a:t>
            </a:r>
            <a:endParaRPr>
              <a:solidFill>
                <a:srgbClr val="005051"/>
              </a:solidFill>
            </a:endParaRPr>
          </a:p>
        </p:txBody>
      </p:sp>
      <p:sp>
        <p:nvSpPr>
          <p:cNvPr id="209" name="Google Shape;209;p4"/>
          <p:cNvSpPr/>
          <p:nvPr/>
        </p:nvSpPr>
        <p:spPr>
          <a:xfrm rot="-1638847">
            <a:off x="15007998" y="7648309"/>
            <a:ext cx="664349" cy="640191"/>
          </a:xfrm>
          <a:custGeom>
            <a:rect b="b" l="l" r="r" t="t"/>
            <a:pathLst>
              <a:path extrusionOk="0" h="640191" w="664349">
                <a:moveTo>
                  <a:pt x="0" y="0"/>
                </a:moveTo>
                <a:lnTo>
                  <a:pt x="664349" y="0"/>
                </a:lnTo>
                <a:lnTo>
                  <a:pt x="664349" y="640191"/>
                </a:lnTo>
                <a:lnTo>
                  <a:pt x="0" y="640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4"/>
          <p:cNvSpPr/>
          <p:nvPr/>
        </p:nvSpPr>
        <p:spPr>
          <a:xfrm>
            <a:off x="14206151" y="2021470"/>
            <a:ext cx="389438" cy="389438"/>
          </a:xfrm>
          <a:custGeom>
            <a:rect b="b" l="l" r="r" t="t"/>
            <a:pathLst>
              <a:path extrusionOk="0" h="389438" w="389438">
                <a:moveTo>
                  <a:pt x="0" y="0"/>
                </a:moveTo>
                <a:lnTo>
                  <a:pt x="389438" y="0"/>
                </a:lnTo>
                <a:lnTo>
                  <a:pt x="389438" y="389437"/>
                </a:lnTo>
                <a:lnTo>
                  <a:pt x="0" y="3894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4"/>
          <p:cNvSpPr/>
          <p:nvPr/>
        </p:nvSpPr>
        <p:spPr>
          <a:xfrm>
            <a:off x="15656551" y="2555118"/>
            <a:ext cx="245227" cy="245227"/>
          </a:xfrm>
          <a:custGeom>
            <a:rect b="b" l="l" r="r" t="t"/>
            <a:pathLst>
              <a:path extrusionOk="0" h="245227" w="245227">
                <a:moveTo>
                  <a:pt x="0" y="0"/>
                </a:moveTo>
                <a:lnTo>
                  <a:pt x="245227" y="0"/>
                </a:lnTo>
                <a:lnTo>
                  <a:pt x="245227" y="245227"/>
                </a:lnTo>
                <a:lnTo>
                  <a:pt x="0" y="245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4"/>
          <p:cNvSpPr/>
          <p:nvPr/>
        </p:nvSpPr>
        <p:spPr>
          <a:xfrm>
            <a:off x="14472975" y="6993563"/>
            <a:ext cx="245227" cy="245227"/>
          </a:xfrm>
          <a:custGeom>
            <a:rect b="b" l="l" r="r" t="t"/>
            <a:pathLst>
              <a:path extrusionOk="0" h="245227" w="245227">
                <a:moveTo>
                  <a:pt x="0" y="0"/>
                </a:moveTo>
                <a:lnTo>
                  <a:pt x="245227" y="0"/>
                </a:lnTo>
                <a:lnTo>
                  <a:pt x="245227" y="245226"/>
                </a:lnTo>
                <a:lnTo>
                  <a:pt x="0" y="245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4"/>
          <p:cNvSpPr/>
          <p:nvPr/>
        </p:nvSpPr>
        <p:spPr>
          <a:xfrm>
            <a:off x="16063703" y="5367386"/>
            <a:ext cx="245227" cy="245227"/>
          </a:xfrm>
          <a:custGeom>
            <a:rect b="b" l="l" r="r" t="t"/>
            <a:pathLst>
              <a:path extrusionOk="0" h="245227" w="245227">
                <a:moveTo>
                  <a:pt x="0" y="0"/>
                </a:moveTo>
                <a:lnTo>
                  <a:pt x="245226" y="0"/>
                </a:lnTo>
                <a:lnTo>
                  <a:pt x="245226" y="245227"/>
                </a:lnTo>
                <a:lnTo>
                  <a:pt x="0" y="245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4"/>
          <p:cNvSpPr/>
          <p:nvPr/>
        </p:nvSpPr>
        <p:spPr>
          <a:xfrm rot="-5082124">
            <a:off x="11182840" y="562166"/>
            <a:ext cx="1238424" cy="1176503"/>
          </a:xfrm>
          <a:custGeom>
            <a:rect b="b" l="l" r="r" t="t"/>
            <a:pathLst>
              <a:path extrusionOk="0" h="1176503" w="1238424">
                <a:moveTo>
                  <a:pt x="0" y="0"/>
                </a:moveTo>
                <a:lnTo>
                  <a:pt x="1238424" y="0"/>
                </a:lnTo>
                <a:lnTo>
                  <a:pt x="1238424" y="1176502"/>
                </a:lnTo>
                <a:lnTo>
                  <a:pt x="0" y="1176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C9B9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5"/>
          <p:cNvGrpSpPr/>
          <p:nvPr/>
        </p:nvGrpSpPr>
        <p:grpSpPr>
          <a:xfrm>
            <a:off x="0" y="0"/>
            <a:ext cx="21335338" cy="10287000"/>
            <a:chOff x="0" y="0"/>
            <a:chExt cx="28447117" cy="13716000"/>
          </a:xfrm>
        </p:grpSpPr>
        <p:sp>
          <p:nvSpPr>
            <p:cNvPr id="220" name="Google Shape;220;p5"/>
            <p:cNvSpPr/>
            <p:nvPr/>
          </p:nvSpPr>
          <p:spPr>
            <a:xfrm>
              <a:off x="0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1" name="Google Shape;221;p5"/>
            <p:cNvSpPr/>
            <p:nvPr/>
          </p:nvSpPr>
          <p:spPr>
            <a:xfrm>
              <a:off x="14731117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22" name="Google Shape;222;p5"/>
          <p:cNvGrpSpPr/>
          <p:nvPr/>
        </p:nvGrpSpPr>
        <p:grpSpPr>
          <a:xfrm>
            <a:off x="1664444" y="1376813"/>
            <a:ext cx="15744616" cy="8170098"/>
            <a:chOff x="0" y="-47625"/>
            <a:chExt cx="4146730" cy="2151795"/>
          </a:xfrm>
        </p:grpSpPr>
        <p:sp>
          <p:nvSpPr>
            <p:cNvPr id="223" name="Google Shape;223;p5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68B3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5"/>
          <p:cNvSpPr/>
          <p:nvPr/>
        </p:nvSpPr>
        <p:spPr>
          <a:xfrm>
            <a:off x="15782192" y="2021470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7"/>
                </a:lnTo>
                <a:lnTo>
                  <a:pt x="0" y="1477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5"/>
          <p:cNvSpPr/>
          <p:nvPr/>
        </p:nvSpPr>
        <p:spPr>
          <a:xfrm>
            <a:off x="15782192" y="3528803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5"/>
          <p:cNvSpPr/>
          <p:nvPr/>
        </p:nvSpPr>
        <p:spPr>
          <a:xfrm>
            <a:off x="15782192" y="5036136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5"/>
          <p:cNvSpPr/>
          <p:nvPr/>
        </p:nvSpPr>
        <p:spPr>
          <a:xfrm>
            <a:off x="15782192" y="6573694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9" name="Google Shape;229;p5"/>
          <p:cNvGrpSpPr/>
          <p:nvPr/>
        </p:nvGrpSpPr>
        <p:grpSpPr>
          <a:xfrm>
            <a:off x="1271692" y="860674"/>
            <a:ext cx="15744616" cy="8170098"/>
            <a:chOff x="0" y="-47625"/>
            <a:chExt cx="4146730" cy="2151795"/>
          </a:xfrm>
        </p:grpSpPr>
        <p:sp>
          <p:nvSpPr>
            <p:cNvPr id="230" name="Google Shape;230;p5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FBFE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5"/>
          <p:cNvSpPr/>
          <p:nvPr/>
        </p:nvSpPr>
        <p:spPr>
          <a:xfrm>
            <a:off x="884944" y="1681292"/>
            <a:ext cx="978074" cy="6924415"/>
          </a:xfrm>
          <a:custGeom>
            <a:rect b="b" l="l" r="r" t="t"/>
            <a:pathLst>
              <a:path extrusionOk="0" h="6924415" w="978074">
                <a:moveTo>
                  <a:pt x="0" y="0"/>
                </a:moveTo>
                <a:lnTo>
                  <a:pt x="978073" y="0"/>
                </a:lnTo>
                <a:lnTo>
                  <a:pt x="978073" y="6924416"/>
                </a:lnTo>
                <a:lnTo>
                  <a:pt x="0" y="6924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33" name="Google Shape;233;p5"/>
          <p:cNvCxnSpPr/>
          <p:nvPr/>
        </p:nvCxnSpPr>
        <p:spPr>
          <a:xfrm rot="10800000">
            <a:off x="3104223" y="5249911"/>
            <a:ext cx="0" cy="1538219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5"/>
          <p:cNvSpPr/>
          <p:nvPr/>
        </p:nvSpPr>
        <p:spPr>
          <a:xfrm>
            <a:off x="2541927" y="4307713"/>
            <a:ext cx="1124592" cy="1124592"/>
          </a:xfrm>
          <a:custGeom>
            <a:rect b="b" l="l" r="r" t="t"/>
            <a:pathLst>
              <a:path extrusionOk="0" h="1124592" w="1124592">
                <a:moveTo>
                  <a:pt x="0" y="0"/>
                </a:moveTo>
                <a:lnTo>
                  <a:pt x="1124592" y="0"/>
                </a:lnTo>
                <a:lnTo>
                  <a:pt x="1124592" y="1124592"/>
                </a:lnTo>
                <a:lnTo>
                  <a:pt x="0" y="1124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5"/>
          <p:cNvSpPr/>
          <p:nvPr/>
        </p:nvSpPr>
        <p:spPr>
          <a:xfrm>
            <a:off x="2541927" y="6573698"/>
            <a:ext cx="1124592" cy="1124592"/>
          </a:xfrm>
          <a:custGeom>
            <a:rect b="b" l="l" r="r" t="t"/>
            <a:pathLst>
              <a:path extrusionOk="0" h="1124592" w="1124592">
                <a:moveTo>
                  <a:pt x="0" y="0"/>
                </a:moveTo>
                <a:lnTo>
                  <a:pt x="1124592" y="0"/>
                </a:lnTo>
                <a:lnTo>
                  <a:pt x="1124592" y="1124592"/>
                </a:lnTo>
                <a:lnTo>
                  <a:pt x="0" y="1124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5"/>
          <p:cNvSpPr/>
          <p:nvPr/>
        </p:nvSpPr>
        <p:spPr>
          <a:xfrm rot="-5082124">
            <a:off x="7062263" y="453249"/>
            <a:ext cx="1238424" cy="1176503"/>
          </a:xfrm>
          <a:custGeom>
            <a:rect b="b" l="l" r="r" t="t"/>
            <a:pathLst>
              <a:path extrusionOk="0" h="1176503" w="1238424">
                <a:moveTo>
                  <a:pt x="0" y="0"/>
                </a:moveTo>
                <a:lnTo>
                  <a:pt x="1238424" y="0"/>
                </a:lnTo>
                <a:lnTo>
                  <a:pt x="1238424" y="1176502"/>
                </a:lnTo>
                <a:lnTo>
                  <a:pt x="0" y="1176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5"/>
          <p:cNvSpPr/>
          <p:nvPr/>
        </p:nvSpPr>
        <p:spPr>
          <a:xfrm>
            <a:off x="13400418" y="370617"/>
            <a:ext cx="2859593" cy="3503330"/>
          </a:xfrm>
          <a:custGeom>
            <a:rect b="b" l="l" r="r" t="t"/>
            <a:pathLst>
              <a:path extrusionOk="0" h="3503330" w="2859593">
                <a:moveTo>
                  <a:pt x="0" y="0"/>
                </a:moveTo>
                <a:lnTo>
                  <a:pt x="2859593" y="0"/>
                </a:lnTo>
                <a:lnTo>
                  <a:pt x="2859593" y="3503330"/>
                </a:lnTo>
                <a:lnTo>
                  <a:pt x="0" y="3503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5"/>
          <p:cNvSpPr txBox="1"/>
          <p:nvPr/>
        </p:nvSpPr>
        <p:spPr>
          <a:xfrm>
            <a:off x="2522877" y="2014667"/>
            <a:ext cx="10583401" cy="1014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00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COBA LAKUKAN</a:t>
            </a:r>
            <a:endParaRPr/>
          </a:p>
        </p:txBody>
      </p:sp>
      <p:sp>
        <p:nvSpPr>
          <p:cNvPr id="239" name="Google Shape;239;p5"/>
          <p:cNvSpPr txBox="1"/>
          <p:nvPr/>
        </p:nvSpPr>
        <p:spPr>
          <a:xfrm>
            <a:off x="2240499" y="4494257"/>
            <a:ext cx="1689348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2259549" y="6856924"/>
            <a:ext cx="16893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4340302" y="4032943"/>
            <a:ext cx="122823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Coba tuliskan kode Python berikut di Google Colab: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5051"/>
                </a:solidFill>
              </a:rPr>
              <a:t>            </a:t>
            </a:r>
            <a:r>
              <a:rPr b="0" i="0" lang="en-US" sz="3500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print("Halo... ini program pertamaku")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Klik tombol Run untuk menjalankan kode.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4294634" y="6844457"/>
            <a:ext cx="1246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005051"/>
                </a:solidFill>
                <a:latin typeface="Arial"/>
                <a:ea typeface="Arial"/>
                <a:cs typeface="Arial"/>
                <a:sym typeface="Arial"/>
              </a:rPr>
              <a:t>Hasil seperti apa yang kamu dapatkan?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 rot="-1638847">
            <a:off x="12626223" y="3117021"/>
            <a:ext cx="664349" cy="640191"/>
          </a:xfrm>
          <a:custGeom>
            <a:rect b="b" l="l" r="r" t="t"/>
            <a:pathLst>
              <a:path extrusionOk="0" h="640191" w="664349">
                <a:moveTo>
                  <a:pt x="0" y="0"/>
                </a:moveTo>
                <a:lnTo>
                  <a:pt x="664349" y="0"/>
                </a:lnTo>
                <a:lnTo>
                  <a:pt x="664349" y="640191"/>
                </a:lnTo>
                <a:lnTo>
                  <a:pt x="0" y="640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5"/>
          <p:cNvSpPr/>
          <p:nvPr/>
        </p:nvSpPr>
        <p:spPr>
          <a:xfrm rot="2401466">
            <a:off x="11369269" y="2347927"/>
            <a:ext cx="468086" cy="451065"/>
          </a:xfrm>
          <a:custGeom>
            <a:rect b="b" l="l" r="r" t="t"/>
            <a:pathLst>
              <a:path extrusionOk="0" h="451065" w="468086">
                <a:moveTo>
                  <a:pt x="0" y="0"/>
                </a:moveTo>
                <a:lnTo>
                  <a:pt x="468086" y="0"/>
                </a:lnTo>
                <a:lnTo>
                  <a:pt x="468086" y="451065"/>
                </a:lnTo>
                <a:lnTo>
                  <a:pt x="0" y="4510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5"/>
          <p:cNvSpPr/>
          <p:nvPr/>
        </p:nvSpPr>
        <p:spPr>
          <a:xfrm rot="297125">
            <a:off x="9804218" y="2855429"/>
            <a:ext cx="300648" cy="289715"/>
          </a:xfrm>
          <a:custGeom>
            <a:rect b="b" l="l" r="r" t="t"/>
            <a:pathLst>
              <a:path extrusionOk="0" h="289715" w="300648">
                <a:moveTo>
                  <a:pt x="0" y="0"/>
                </a:moveTo>
                <a:lnTo>
                  <a:pt x="300647" y="0"/>
                </a:lnTo>
                <a:lnTo>
                  <a:pt x="300647" y="289715"/>
                </a:lnTo>
                <a:lnTo>
                  <a:pt x="0" y="289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C9B9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6"/>
          <p:cNvGrpSpPr/>
          <p:nvPr/>
        </p:nvGrpSpPr>
        <p:grpSpPr>
          <a:xfrm>
            <a:off x="0" y="0"/>
            <a:ext cx="21335338" cy="10287000"/>
            <a:chOff x="0" y="0"/>
            <a:chExt cx="28447117" cy="13716000"/>
          </a:xfrm>
        </p:grpSpPr>
        <p:sp>
          <p:nvSpPr>
            <p:cNvPr id="251" name="Google Shape;251;p6"/>
            <p:cNvSpPr/>
            <p:nvPr/>
          </p:nvSpPr>
          <p:spPr>
            <a:xfrm>
              <a:off x="0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2" name="Google Shape;252;p6"/>
            <p:cNvSpPr/>
            <p:nvPr/>
          </p:nvSpPr>
          <p:spPr>
            <a:xfrm>
              <a:off x="14731117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53" name="Google Shape;253;p6"/>
          <p:cNvGrpSpPr/>
          <p:nvPr/>
        </p:nvGrpSpPr>
        <p:grpSpPr>
          <a:xfrm>
            <a:off x="1664444" y="1376813"/>
            <a:ext cx="15744616" cy="8170098"/>
            <a:chOff x="0" y="-47625"/>
            <a:chExt cx="4146730" cy="2151795"/>
          </a:xfrm>
        </p:grpSpPr>
        <p:sp>
          <p:nvSpPr>
            <p:cNvPr id="254" name="Google Shape;254;p6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68B3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6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6"/>
          <p:cNvSpPr/>
          <p:nvPr/>
        </p:nvSpPr>
        <p:spPr>
          <a:xfrm>
            <a:off x="15782192" y="2021470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7"/>
                </a:lnTo>
                <a:lnTo>
                  <a:pt x="0" y="1477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6"/>
          <p:cNvSpPr/>
          <p:nvPr/>
        </p:nvSpPr>
        <p:spPr>
          <a:xfrm>
            <a:off x="15782192" y="3528803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6"/>
          <p:cNvSpPr/>
          <p:nvPr/>
        </p:nvSpPr>
        <p:spPr>
          <a:xfrm>
            <a:off x="15782192" y="5036136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6"/>
          <p:cNvSpPr/>
          <p:nvPr/>
        </p:nvSpPr>
        <p:spPr>
          <a:xfrm>
            <a:off x="15782192" y="6573694"/>
            <a:ext cx="1477108" cy="1477108"/>
          </a:xfrm>
          <a:custGeom>
            <a:rect b="b" l="l" r="r" t="t"/>
            <a:pathLst>
              <a:path extrusionOk="0" h="1477108" w="1477108">
                <a:moveTo>
                  <a:pt x="0" y="0"/>
                </a:moveTo>
                <a:lnTo>
                  <a:pt x="1477108" y="0"/>
                </a:lnTo>
                <a:lnTo>
                  <a:pt x="1477108" y="1477108"/>
                </a:lnTo>
                <a:lnTo>
                  <a:pt x="0" y="1477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0" name="Google Shape;260;p6"/>
          <p:cNvGrpSpPr/>
          <p:nvPr/>
        </p:nvGrpSpPr>
        <p:grpSpPr>
          <a:xfrm>
            <a:off x="1271692" y="860674"/>
            <a:ext cx="15744616" cy="8170098"/>
            <a:chOff x="0" y="-47625"/>
            <a:chExt cx="4146730" cy="2151795"/>
          </a:xfrm>
        </p:grpSpPr>
        <p:sp>
          <p:nvSpPr>
            <p:cNvPr id="261" name="Google Shape;261;p6"/>
            <p:cNvSpPr/>
            <p:nvPr/>
          </p:nvSpPr>
          <p:spPr>
            <a:xfrm>
              <a:off x="0" y="0"/>
              <a:ext cx="4146730" cy="2104170"/>
            </a:xfrm>
            <a:custGeom>
              <a:rect b="b" l="l" r="r" t="t"/>
              <a:pathLst>
                <a:path extrusionOk="0" h="2104170" w="4146730">
                  <a:moveTo>
                    <a:pt x="25078" y="0"/>
                  </a:moveTo>
                  <a:lnTo>
                    <a:pt x="4121653" y="0"/>
                  </a:lnTo>
                  <a:cubicBezTo>
                    <a:pt x="4135503" y="0"/>
                    <a:pt x="4146730" y="11228"/>
                    <a:pt x="4146730" y="25078"/>
                  </a:cubicBezTo>
                  <a:lnTo>
                    <a:pt x="4146730" y="2079093"/>
                  </a:lnTo>
                  <a:cubicBezTo>
                    <a:pt x="4146730" y="2085744"/>
                    <a:pt x="4144088" y="2092122"/>
                    <a:pt x="4139385" y="2096825"/>
                  </a:cubicBezTo>
                  <a:cubicBezTo>
                    <a:pt x="4134682" y="2101528"/>
                    <a:pt x="4128303" y="2104170"/>
                    <a:pt x="4121653" y="2104170"/>
                  </a:cubicBezTo>
                  <a:lnTo>
                    <a:pt x="25078" y="2104170"/>
                  </a:lnTo>
                  <a:cubicBezTo>
                    <a:pt x="11228" y="2104170"/>
                    <a:pt x="0" y="2092943"/>
                    <a:pt x="0" y="2079093"/>
                  </a:cubicBezTo>
                  <a:lnTo>
                    <a:pt x="0" y="25078"/>
                  </a:lnTo>
                  <a:cubicBezTo>
                    <a:pt x="0" y="11228"/>
                    <a:pt x="11228" y="0"/>
                    <a:pt x="25078" y="0"/>
                  </a:cubicBezTo>
                  <a:close/>
                </a:path>
              </a:pathLst>
            </a:custGeom>
            <a:solidFill>
              <a:srgbClr val="FBFE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6"/>
            <p:cNvSpPr txBox="1"/>
            <p:nvPr/>
          </p:nvSpPr>
          <p:spPr>
            <a:xfrm>
              <a:off x="0" y="-47625"/>
              <a:ext cx="4146730" cy="2151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6"/>
          <p:cNvSpPr/>
          <p:nvPr/>
        </p:nvSpPr>
        <p:spPr>
          <a:xfrm>
            <a:off x="884944" y="1681292"/>
            <a:ext cx="978074" cy="6924415"/>
          </a:xfrm>
          <a:custGeom>
            <a:rect b="b" l="l" r="r" t="t"/>
            <a:pathLst>
              <a:path extrusionOk="0" h="6924415" w="978074">
                <a:moveTo>
                  <a:pt x="0" y="0"/>
                </a:moveTo>
                <a:lnTo>
                  <a:pt x="978073" y="0"/>
                </a:lnTo>
                <a:lnTo>
                  <a:pt x="978073" y="6924416"/>
                </a:lnTo>
                <a:lnTo>
                  <a:pt x="0" y="6924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6"/>
          <p:cNvSpPr txBox="1"/>
          <p:nvPr/>
        </p:nvSpPr>
        <p:spPr>
          <a:xfrm>
            <a:off x="4269432" y="3727451"/>
            <a:ext cx="9749137" cy="3441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9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TERIMA</a:t>
            </a:r>
            <a:endParaRPr/>
          </a:p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9" u="none" cap="none" strike="noStrike">
                <a:solidFill>
                  <a:srgbClr val="005051"/>
                </a:solidFill>
                <a:latin typeface="Lilita One"/>
                <a:ea typeface="Lilita One"/>
                <a:cs typeface="Lilita One"/>
                <a:sym typeface="Lilita One"/>
              </a:rPr>
              <a:t>KASIH</a:t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 flipH="1">
            <a:off x="13054006" y="2968687"/>
            <a:ext cx="3220051" cy="4134897"/>
          </a:xfrm>
          <a:custGeom>
            <a:rect b="b" l="l" r="r" t="t"/>
            <a:pathLst>
              <a:path extrusionOk="0" h="4134897" w="3220051">
                <a:moveTo>
                  <a:pt x="3220051" y="0"/>
                </a:moveTo>
                <a:lnTo>
                  <a:pt x="0" y="0"/>
                </a:lnTo>
                <a:lnTo>
                  <a:pt x="0" y="4134898"/>
                </a:lnTo>
                <a:lnTo>
                  <a:pt x="3220051" y="4134898"/>
                </a:lnTo>
                <a:lnTo>
                  <a:pt x="3220051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6"/>
          <p:cNvSpPr/>
          <p:nvPr/>
        </p:nvSpPr>
        <p:spPr>
          <a:xfrm flipH="1" rot="-1241557">
            <a:off x="2685929" y="4152905"/>
            <a:ext cx="2664333" cy="4114800"/>
          </a:xfrm>
          <a:custGeom>
            <a:rect b="b" l="l" r="r" t="t"/>
            <a:pathLst>
              <a:path extrusionOk="0" h="4114800" w="2664333">
                <a:moveTo>
                  <a:pt x="2664333" y="0"/>
                </a:moveTo>
                <a:lnTo>
                  <a:pt x="0" y="0"/>
                </a:lnTo>
                <a:lnTo>
                  <a:pt x="0" y="4114800"/>
                </a:lnTo>
                <a:lnTo>
                  <a:pt x="2664333" y="4114800"/>
                </a:lnTo>
                <a:lnTo>
                  <a:pt x="2664333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6"/>
          <p:cNvSpPr/>
          <p:nvPr/>
        </p:nvSpPr>
        <p:spPr>
          <a:xfrm>
            <a:off x="12169910" y="1401718"/>
            <a:ext cx="1015928" cy="965131"/>
          </a:xfrm>
          <a:custGeom>
            <a:rect b="b" l="l" r="r" t="t"/>
            <a:pathLst>
              <a:path extrusionOk="0" h="965131" w="1015928">
                <a:moveTo>
                  <a:pt x="0" y="0"/>
                </a:moveTo>
                <a:lnTo>
                  <a:pt x="1015927" y="0"/>
                </a:lnTo>
                <a:lnTo>
                  <a:pt x="1015927" y="965131"/>
                </a:lnTo>
                <a:lnTo>
                  <a:pt x="0" y="965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6"/>
          <p:cNvSpPr/>
          <p:nvPr/>
        </p:nvSpPr>
        <p:spPr>
          <a:xfrm rot="-5082124">
            <a:off x="3915260" y="8574075"/>
            <a:ext cx="1238424" cy="1176503"/>
          </a:xfrm>
          <a:custGeom>
            <a:rect b="b" l="l" r="r" t="t"/>
            <a:pathLst>
              <a:path extrusionOk="0" h="1176503" w="1238424">
                <a:moveTo>
                  <a:pt x="0" y="0"/>
                </a:moveTo>
                <a:lnTo>
                  <a:pt x="1238424" y="0"/>
                </a:lnTo>
                <a:lnTo>
                  <a:pt x="1238424" y="1176502"/>
                </a:lnTo>
                <a:lnTo>
                  <a:pt x="0" y="1176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6"/>
          <p:cNvSpPr/>
          <p:nvPr/>
        </p:nvSpPr>
        <p:spPr>
          <a:xfrm rot="1575330">
            <a:off x="13246878" y="7789204"/>
            <a:ext cx="377823" cy="364084"/>
          </a:xfrm>
          <a:custGeom>
            <a:rect b="b" l="l" r="r" t="t"/>
            <a:pathLst>
              <a:path extrusionOk="0" h="364084" w="377823">
                <a:moveTo>
                  <a:pt x="0" y="0"/>
                </a:moveTo>
                <a:lnTo>
                  <a:pt x="377823" y="0"/>
                </a:lnTo>
                <a:lnTo>
                  <a:pt x="377823" y="364083"/>
                </a:lnTo>
                <a:lnTo>
                  <a:pt x="0" y="364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6"/>
          <p:cNvSpPr/>
          <p:nvPr/>
        </p:nvSpPr>
        <p:spPr>
          <a:xfrm>
            <a:off x="2330877" y="7745474"/>
            <a:ext cx="305328" cy="305328"/>
          </a:xfrm>
          <a:custGeom>
            <a:rect b="b" l="l" r="r" t="t"/>
            <a:pathLst>
              <a:path extrusionOk="0" h="305328" w="305328">
                <a:moveTo>
                  <a:pt x="0" y="0"/>
                </a:moveTo>
                <a:lnTo>
                  <a:pt x="305328" y="0"/>
                </a:lnTo>
                <a:lnTo>
                  <a:pt x="305328" y="305328"/>
                </a:lnTo>
                <a:lnTo>
                  <a:pt x="0" y="305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6"/>
          <p:cNvSpPr/>
          <p:nvPr/>
        </p:nvSpPr>
        <p:spPr>
          <a:xfrm rot="-1638847">
            <a:off x="2987079" y="1651421"/>
            <a:ext cx="458742" cy="442061"/>
          </a:xfrm>
          <a:custGeom>
            <a:rect b="b" l="l" r="r" t="t"/>
            <a:pathLst>
              <a:path extrusionOk="0" h="442061" w="458742">
                <a:moveTo>
                  <a:pt x="0" y="0"/>
                </a:moveTo>
                <a:lnTo>
                  <a:pt x="458743" y="0"/>
                </a:lnTo>
                <a:lnTo>
                  <a:pt x="458743" y="442060"/>
                </a:lnTo>
                <a:lnTo>
                  <a:pt x="0" y="442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6"/>
          <p:cNvSpPr/>
          <p:nvPr/>
        </p:nvSpPr>
        <p:spPr>
          <a:xfrm>
            <a:off x="5024721" y="2629416"/>
            <a:ext cx="305328" cy="305328"/>
          </a:xfrm>
          <a:custGeom>
            <a:rect b="b" l="l" r="r" t="t"/>
            <a:pathLst>
              <a:path extrusionOk="0" h="305328" w="305328">
                <a:moveTo>
                  <a:pt x="0" y="0"/>
                </a:moveTo>
                <a:lnTo>
                  <a:pt x="305328" y="0"/>
                </a:lnTo>
                <a:lnTo>
                  <a:pt x="305328" y="305328"/>
                </a:lnTo>
                <a:lnTo>
                  <a:pt x="0" y="305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6"/>
          <p:cNvSpPr/>
          <p:nvPr/>
        </p:nvSpPr>
        <p:spPr>
          <a:xfrm>
            <a:off x="13185837" y="6224341"/>
            <a:ext cx="349353" cy="349353"/>
          </a:xfrm>
          <a:custGeom>
            <a:rect b="b" l="l" r="r" t="t"/>
            <a:pathLst>
              <a:path extrusionOk="0" h="349353" w="349353">
                <a:moveTo>
                  <a:pt x="0" y="0"/>
                </a:moveTo>
                <a:lnTo>
                  <a:pt x="349353" y="0"/>
                </a:lnTo>
                <a:lnTo>
                  <a:pt x="349353" y="349353"/>
                </a:lnTo>
                <a:lnTo>
                  <a:pt x="0" y="349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6"/>
          <p:cNvSpPr/>
          <p:nvPr/>
        </p:nvSpPr>
        <p:spPr>
          <a:xfrm rot="-1638847">
            <a:off x="15247600" y="1900721"/>
            <a:ext cx="458742" cy="442061"/>
          </a:xfrm>
          <a:custGeom>
            <a:rect b="b" l="l" r="r" t="t"/>
            <a:pathLst>
              <a:path extrusionOk="0" h="442061" w="458742">
                <a:moveTo>
                  <a:pt x="0" y="0"/>
                </a:moveTo>
                <a:lnTo>
                  <a:pt x="458742" y="0"/>
                </a:lnTo>
                <a:lnTo>
                  <a:pt x="458742" y="442061"/>
                </a:lnTo>
                <a:lnTo>
                  <a:pt x="0" y="4420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