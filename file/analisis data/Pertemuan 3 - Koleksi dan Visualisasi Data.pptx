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ilita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iRWj2wPMqHNo3nCazXLL/FMB0x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litaOne-regular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515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549363" y="387844"/>
            <a:ext cx="17189274" cy="9366651"/>
            <a:chOff x="0" y="-38100"/>
            <a:chExt cx="4527216" cy="2466937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527216" cy="2428837"/>
            </a:xfrm>
            <a:custGeom>
              <a:rect b="b" l="l" r="r" t="t"/>
              <a:pathLst>
                <a:path extrusionOk="0" h="2428837" w="4527216">
                  <a:moveTo>
                    <a:pt x="27924" y="0"/>
                  </a:moveTo>
                  <a:lnTo>
                    <a:pt x="4499292" y="0"/>
                  </a:lnTo>
                  <a:cubicBezTo>
                    <a:pt x="4506698" y="0"/>
                    <a:pt x="4513800" y="2942"/>
                    <a:pt x="4519037" y="8179"/>
                  </a:cubicBezTo>
                  <a:cubicBezTo>
                    <a:pt x="4524274" y="13416"/>
                    <a:pt x="4527216" y="20518"/>
                    <a:pt x="4527216" y="27924"/>
                  </a:cubicBezTo>
                  <a:lnTo>
                    <a:pt x="4527216" y="2400913"/>
                  </a:lnTo>
                  <a:cubicBezTo>
                    <a:pt x="4527216" y="2408319"/>
                    <a:pt x="4524274" y="2415421"/>
                    <a:pt x="4519037" y="2420658"/>
                  </a:cubicBezTo>
                  <a:cubicBezTo>
                    <a:pt x="4513800" y="2425895"/>
                    <a:pt x="4506698" y="2428837"/>
                    <a:pt x="4499292" y="2428837"/>
                  </a:cubicBezTo>
                  <a:lnTo>
                    <a:pt x="27924" y="2428837"/>
                  </a:lnTo>
                  <a:cubicBezTo>
                    <a:pt x="20518" y="2428837"/>
                    <a:pt x="13416" y="2425895"/>
                    <a:pt x="8179" y="2420658"/>
                  </a:cubicBezTo>
                  <a:cubicBezTo>
                    <a:pt x="2942" y="2415421"/>
                    <a:pt x="0" y="2408319"/>
                    <a:pt x="0" y="2400913"/>
                  </a:cubicBezTo>
                  <a:lnTo>
                    <a:pt x="0" y="27924"/>
                  </a:lnTo>
                  <a:cubicBezTo>
                    <a:pt x="0" y="20518"/>
                    <a:pt x="2942" y="13416"/>
                    <a:pt x="8179" y="8179"/>
                  </a:cubicBezTo>
                  <a:cubicBezTo>
                    <a:pt x="13416" y="2942"/>
                    <a:pt x="20518" y="0"/>
                    <a:pt x="27924" y="0"/>
                  </a:cubicBezTo>
                  <a:close/>
                </a:path>
              </a:pathLst>
            </a:custGeom>
            <a:solidFill>
              <a:srgbClr val="FCF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527216" cy="246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549363" y="5735139"/>
            <a:ext cx="17189274" cy="3930797"/>
          </a:xfrm>
          <a:custGeom>
            <a:rect b="b" l="l" r="r" t="t"/>
            <a:pathLst>
              <a:path extrusionOk="0" h="3930797" w="17189274">
                <a:moveTo>
                  <a:pt x="0" y="0"/>
                </a:moveTo>
                <a:lnTo>
                  <a:pt x="17189274" y="0"/>
                </a:lnTo>
                <a:lnTo>
                  <a:pt x="17189274" y="3930797"/>
                </a:lnTo>
                <a:lnTo>
                  <a:pt x="0" y="393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117557" l="0" r="0" t="0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1028700" y="3694075"/>
            <a:ext cx="16230600" cy="3156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8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KOLEKSI DAN VISUALISASI DATA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 rot="-584752">
            <a:off x="14124370" y="-2040708"/>
            <a:ext cx="8327260" cy="6526490"/>
          </a:xfrm>
          <a:custGeom>
            <a:rect b="b" l="l" r="r" t="t"/>
            <a:pathLst>
              <a:path extrusionOk="0" h="6526490" w="8327260">
                <a:moveTo>
                  <a:pt x="0" y="0"/>
                </a:moveTo>
                <a:lnTo>
                  <a:pt x="8327260" y="0"/>
                </a:lnTo>
                <a:lnTo>
                  <a:pt x="8327260" y="6526489"/>
                </a:lnTo>
                <a:lnTo>
                  <a:pt x="0" y="6526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-429469">
            <a:off x="-5666695" y="7212778"/>
            <a:ext cx="8793605" cy="6891988"/>
          </a:xfrm>
          <a:custGeom>
            <a:rect b="b" l="l" r="r" t="t"/>
            <a:pathLst>
              <a:path extrusionOk="0" h="6891988" w="8793605">
                <a:moveTo>
                  <a:pt x="0" y="0"/>
                </a:moveTo>
                <a:lnTo>
                  <a:pt x="8793604" y="0"/>
                </a:lnTo>
                <a:lnTo>
                  <a:pt x="8793604" y="6891988"/>
                </a:lnTo>
                <a:lnTo>
                  <a:pt x="0" y="6891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" name="Google Shape;91;p1"/>
          <p:cNvGrpSpPr/>
          <p:nvPr/>
        </p:nvGrpSpPr>
        <p:grpSpPr>
          <a:xfrm>
            <a:off x="6177587" y="7624097"/>
            <a:ext cx="5848029" cy="1105389"/>
            <a:chOff x="0" y="-38100"/>
            <a:chExt cx="1540222" cy="291131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540222" cy="253031"/>
            </a:xfrm>
            <a:custGeom>
              <a:rect b="b" l="l" r="r" t="t"/>
              <a:pathLst>
                <a:path extrusionOk="0" h="253031" w="1540222">
                  <a:moveTo>
                    <a:pt x="126516" y="0"/>
                  </a:moveTo>
                  <a:lnTo>
                    <a:pt x="1413706" y="0"/>
                  </a:lnTo>
                  <a:cubicBezTo>
                    <a:pt x="1483579" y="0"/>
                    <a:pt x="1540222" y="56643"/>
                    <a:pt x="1540222" y="126516"/>
                  </a:cubicBezTo>
                  <a:lnTo>
                    <a:pt x="1540222" y="126516"/>
                  </a:lnTo>
                  <a:cubicBezTo>
                    <a:pt x="1540222" y="160070"/>
                    <a:pt x="1526892" y="192249"/>
                    <a:pt x="1503166" y="215976"/>
                  </a:cubicBezTo>
                  <a:cubicBezTo>
                    <a:pt x="1479440" y="239702"/>
                    <a:pt x="1447260" y="253031"/>
                    <a:pt x="1413706" y="253031"/>
                  </a:cubicBezTo>
                  <a:lnTo>
                    <a:pt x="126516" y="253031"/>
                  </a:lnTo>
                  <a:cubicBezTo>
                    <a:pt x="92962" y="253031"/>
                    <a:pt x="60782" y="239702"/>
                    <a:pt x="37056" y="215976"/>
                  </a:cubicBezTo>
                  <a:cubicBezTo>
                    <a:pt x="13329" y="192249"/>
                    <a:pt x="0" y="160070"/>
                    <a:pt x="0" y="126516"/>
                  </a:cubicBezTo>
                  <a:lnTo>
                    <a:pt x="0" y="126516"/>
                  </a:lnTo>
                  <a:cubicBezTo>
                    <a:pt x="0" y="92962"/>
                    <a:pt x="13329" y="60782"/>
                    <a:pt x="37056" y="37056"/>
                  </a:cubicBezTo>
                  <a:cubicBezTo>
                    <a:pt x="60782" y="13329"/>
                    <a:pt x="92962" y="0"/>
                    <a:pt x="126516" y="0"/>
                  </a:cubicBezTo>
                  <a:close/>
                </a:path>
              </a:pathLst>
            </a:custGeom>
            <a:solidFill>
              <a:srgbClr val="F26B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38100"/>
              <a:ext cx="1540222" cy="291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2978927" y="3077693"/>
            <a:ext cx="1268571" cy="1313962"/>
          </a:xfrm>
          <a:custGeom>
            <a:rect b="b" l="l" r="r" t="t"/>
            <a:pathLst>
              <a:path extrusionOk="0" h="1313962" w="1268571">
                <a:moveTo>
                  <a:pt x="0" y="0"/>
                </a:moveTo>
                <a:lnTo>
                  <a:pt x="1268571" y="0"/>
                </a:lnTo>
                <a:lnTo>
                  <a:pt x="1268571" y="1313963"/>
                </a:lnTo>
                <a:lnTo>
                  <a:pt x="0" y="1313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" name="Google Shape;95;p1"/>
          <p:cNvGrpSpPr/>
          <p:nvPr/>
        </p:nvGrpSpPr>
        <p:grpSpPr>
          <a:xfrm>
            <a:off x="13240481" y="7885960"/>
            <a:ext cx="509649" cy="509649"/>
            <a:chOff x="0" y="0"/>
            <a:chExt cx="812800" cy="812800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4552258" y="1558497"/>
            <a:ext cx="509649" cy="509649"/>
            <a:chOff x="0" y="0"/>
            <a:chExt cx="812800" cy="812800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"/>
          <p:cNvSpPr/>
          <p:nvPr/>
        </p:nvSpPr>
        <p:spPr>
          <a:xfrm>
            <a:off x="-1092977" y="375243"/>
            <a:ext cx="4071903" cy="4432003"/>
          </a:xfrm>
          <a:custGeom>
            <a:rect b="b" l="l" r="r" t="t"/>
            <a:pathLst>
              <a:path extrusionOk="0" h="4432003" w="4071903">
                <a:moveTo>
                  <a:pt x="0" y="0"/>
                </a:moveTo>
                <a:lnTo>
                  <a:pt x="4071904" y="0"/>
                </a:lnTo>
                <a:lnTo>
                  <a:pt x="4071904" y="4432004"/>
                </a:lnTo>
                <a:lnTo>
                  <a:pt x="0" y="4432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16683830" y="6691779"/>
            <a:ext cx="1743179" cy="4114800"/>
          </a:xfrm>
          <a:custGeom>
            <a:rect b="b" l="l" r="r" t="t"/>
            <a:pathLst>
              <a:path extrusionOk="0" h="4114800" w="1743179">
                <a:moveTo>
                  <a:pt x="0" y="0"/>
                </a:moveTo>
                <a:lnTo>
                  <a:pt x="1743179" y="0"/>
                </a:lnTo>
                <a:lnTo>
                  <a:pt x="17431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"/>
          <p:cNvSpPr txBox="1"/>
          <p:nvPr/>
        </p:nvSpPr>
        <p:spPr>
          <a:xfrm>
            <a:off x="6460245" y="8006258"/>
            <a:ext cx="5367509" cy="552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86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BAB I. ANALISIS DATA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328824" y="1558500"/>
            <a:ext cx="5848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BC570E"/>
                </a:solidFill>
                <a:latin typeface="Arial"/>
                <a:ea typeface="Arial"/>
                <a:cs typeface="Arial"/>
                <a:sym typeface="Arial"/>
              </a:rPr>
              <a:t>PPL PPG UNESA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515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2"/>
          <p:cNvGrpSpPr/>
          <p:nvPr/>
        </p:nvGrpSpPr>
        <p:grpSpPr>
          <a:xfrm>
            <a:off x="624036" y="387844"/>
            <a:ext cx="17189274" cy="9366651"/>
            <a:chOff x="0" y="-38100"/>
            <a:chExt cx="4527216" cy="2466937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4527216" cy="2428837"/>
            </a:xfrm>
            <a:custGeom>
              <a:rect b="b" l="l" r="r" t="t"/>
              <a:pathLst>
                <a:path extrusionOk="0" h="2428837" w="4527216">
                  <a:moveTo>
                    <a:pt x="27924" y="0"/>
                  </a:moveTo>
                  <a:lnTo>
                    <a:pt x="4499292" y="0"/>
                  </a:lnTo>
                  <a:cubicBezTo>
                    <a:pt x="4506698" y="0"/>
                    <a:pt x="4513800" y="2942"/>
                    <a:pt x="4519037" y="8179"/>
                  </a:cubicBezTo>
                  <a:cubicBezTo>
                    <a:pt x="4524274" y="13416"/>
                    <a:pt x="4527216" y="20518"/>
                    <a:pt x="4527216" y="27924"/>
                  </a:cubicBezTo>
                  <a:lnTo>
                    <a:pt x="4527216" y="2400913"/>
                  </a:lnTo>
                  <a:cubicBezTo>
                    <a:pt x="4527216" y="2408319"/>
                    <a:pt x="4524274" y="2415421"/>
                    <a:pt x="4519037" y="2420658"/>
                  </a:cubicBezTo>
                  <a:cubicBezTo>
                    <a:pt x="4513800" y="2425895"/>
                    <a:pt x="4506698" y="2428837"/>
                    <a:pt x="4499292" y="2428837"/>
                  </a:cubicBezTo>
                  <a:lnTo>
                    <a:pt x="27924" y="2428837"/>
                  </a:lnTo>
                  <a:cubicBezTo>
                    <a:pt x="20518" y="2428837"/>
                    <a:pt x="13416" y="2425895"/>
                    <a:pt x="8179" y="2420658"/>
                  </a:cubicBezTo>
                  <a:cubicBezTo>
                    <a:pt x="2942" y="2415421"/>
                    <a:pt x="0" y="2408319"/>
                    <a:pt x="0" y="2400913"/>
                  </a:cubicBezTo>
                  <a:lnTo>
                    <a:pt x="0" y="27924"/>
                  </a:lnTo>
                  <a:cubicBezTo>
                    <a:pt x="0" y="20518"/>
                    <a:pt x="2942" y="13416"/>
                    <a:pt x="8179" y="8179"/>
                  </a:cubicBezTo>
                  <a:cubicBezTo>
                    <a:pt x="13416" y="2942"/>
                    <a:pt x="20518" y="0"/>
                    <a:pt x="27924" y="0"/>
                  </a:cubicBezTo>
                  <a:close/>
                </a:path>
              </a:pathLst>
            </a:custGeom>
            <a:solidFill>
              <a:srgbClr val="FCF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38100"/>
              <a:ext cx="4527216" cy="246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"/>
          <p:cNvSpPr/>
          <p:nvPr/>
        </p:nvSpPr>
        <p:spPr>
          <a:xfrm>
            <a:off x="549363" y="5735139"/>
            <a:ext cx="17189274" cy="3930797"/>
          </a:xfrm>
          <a:custGeom>
            <a:rect b="b" l="l" r="r" t="t"/>
            <a:pathLst>
              <a:path extrusionOk="0" h="3930797" w="17189274">
                <a:moveTo>
                  <a:pt x="0" y="0"/>
                </a:moveTo>
                <a:lnTo>
                  <a:pt x="17189274" y="0"/>
                </a:lnTo>
                <a:lnTo>
                  <a:pt x="17189274" y="3930797"/>
                </a:lnTo>
                <a:lnTo>
                  <a:pt x="0" y="393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117557" l="0" r="0" t="0"/>
            </a:stretch>
          </a:blipFill>
          <a:ln>
            <a:noFill/>
          </a:ln>
        </p:spPr>
      </p:sp>
      <p:grpSp>
        <p:nvGrpSpPr>
          <p:cNvPr id="113" name="Google Shape;113;p2"/>
          <p:cNvGrpSpPr/>
          <p:nvPr/>
        </p:nvGrpSpPr>
        <p:grpSpPr>
          <a:xfrm>
            <a:off x="-1210440" y="1124443"/>
            <a:ext cx="11443342" cy="1977913"/>
            <a:chOff x="0" y="-38100"/>
            <a:chExt cx="3013884" cy="520932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3013884" cy="482832"/>
            </a:xfrm>
            <a:custGeom>
              <a:rect b="b" l="l" r="r" t="t"/>
              <a:pathLst>
                <a:path extrusionOk="0" h="482832" w="3013884">
                  <a:moveTo>
                    <a:pt x="67654" y="0"/>
                  </a:moveTo>
                  <a:lnTo>
                    <a:pt x="2946230" y="0"/>
                  </a:lnTo>
                  <a:cubicBezTo>
                    <a:pt x="2983594" y="0"/>
                    <a:pt x="3013884" y="30290"/>
                    <a:pt x="3013884" y="67654"/>
                  </a:cubicBezTo>
                  <a:lnTo>
                    <a:pt x="3013884" y="415177"/>
                  </a:lnTo>
                  <a:cubicBezTo>
                    <a:pt x="3013884" y="433120"/>
                    <a:pt x="3006756" y="450329"/>
                    <a:pt x="2994069" y="463016"/>
                  </a:cubicBezTo>
                  <a:cubicBezTo>
                    <a:pt x="2981381" y="475704"/>
                    <a:pt x="2964173" y="482832"/>
                    <a:pt x="2946230" y="482832"/>
                  </a:cubicBezTo>
                  <a:lnTo>
                    <a:pt x="67654" y="482832"/>
                  </a:lnTo>
                  <a:cubicBezTo>
                    <a:pt x="49711" y="482832"/>
                    <a:pt x="32503" y="475704"/>
                    <a:pt x="19816" y="463016"/>
                  </a:cubicBezTo>
                  <a:cubicBezTo>
                    <a:pt x="7128" y="450329"/>
                    <a:pt x="0" y="433120"/>
                    <a:pt x="0" y="415177"/>
                  </a:cubicBezTo>
                  <a:lnTo>
                    <a:pt x="0" y="67654"/>
                  </a:lnTo>
                  <a:cubicBezTo>
                    <a:pt x="0" y="49711"/>
                    <a:pt x="7128" y="32503"/>
                    <a:pt x="19816" y="19816"/>
                  </a:cubicBezTo>
                  <a:cubicBezTo>
                    <a:pt x="32503" y="7128"/>
                    <a:pt x="49711" y="0"/>
                    <a:pt x="67654" y="0"/>
                  </a:cubicBezTo>
                  <a:close/>
                </a:path>
              </a:pathLst>
            </a:custGeom>
            <a:solidFill>
              <a:srgbClr val="F26B0F"/>
            </a:solidFill>
            <a:ln cap="rnd" cmpd="sng" w="114300">
              <a:solidFill>
                <a:srgbClr val="0251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0" y="-38100"/>
              <a:ext cx="3013884" cy="520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2"/>
          <p:cNvSpPr/>
          <p:nvPr/>
        </p:nvSpPr>
        <p:spPr>
          <a:xfrm rot="-1105363">
            <a:off x="14124370" y="-2234545"/>
            <a:ext cx="8327260" cy="6526490"/>
          </a:xfrm>
          <a:custGeom>
            <a:rect b="b" l="l" r="r" t="t"/>
            <a:pathLst>
              <a:path extrusionOk="0" h="6526490" w="8327260">
                <a:moveTo>
                  <a:pt x="0" y="0"/>
                </a:moveTo>
                <a:lnTo>
                  <a:pt x="8327260" y="0"/>
                </a:lnTo>
                <a:lnTo>
                  <a:pt x="8327260" y="6526490"/>
                </a:lnTo>
                <a:lnTo>
                  <a:pt x="0" y="652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2"/>
          <p:cNvSpPr/>
          <p:nvPr/>
        </p:nvSpPr>
        <p:spPr>
          <a:xfrm rot="-1371060">
            <a:off x="-5275507" y="8669949"/>
            <a:ext cx="8793605" cy="6891988"/>
          </a:xfrm>
          <a:custGeom>
            <a:rect b="b" l="l" r="r" t="t"/>
            <a:pathLst>
              <a:path extrusionOk="0" h="6891988" w="8793605">
                <a:moveTo>
                  <a:pt x="0" y="0"/>
                </a:moveTo>
                <a:lnTo>
                  <a:pt x="8793605" y="0"/>
                </a:lnTo>
                <a:lnTo>
                  <a:pt x="8793605" y="6891988"/>
                </a:lnTo>
                <a:lnTo>
                  <a:pt x="0" y="6891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2"/>
          <p:cNvSpPr txBox="1"/>
          <p:nvPr/>
        </p:nvSpPr>
        <p:spPr>
          <a:xfrm>
            <a:off x="1028700" y="1731069"/>
            <a:ext cx="8615827" cy="106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KOLEKSI DATA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5122177" y="5440518"/>
            <a:ext cx="1268571" cy="1313962"/>
          </a:xfrm>
          <a:custGeom>
            <a:rect b="b" l="l" r="r" t="t"/>
            <a:pathLst>
              <a:path extrusionOk="0" h="1313962" w="1268571">
                <a:moveTo>
                  <a:pt x="0" y="0"/>
                </a:moveTo>
                <a:lnTo>
                  <a:pt x="1268571" y="0"/>
                </a:lnTo>
                <a:lnTo>
                  <a:pt x="1268571" y="1313963"/>
                </a:lnTo>
                <a:lnTo>
                  <a:pt x="0" y="1313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2"/>
          <p:cNvGrpSpPr/>
          <p:nvPr/>
        </p:nvGrpSpPr>
        <p:grpSpPr>
          <a:xfrm>
            <a:off x="12480476" y="2185730"/>
            <a:ext cx="509649" cy="509649"/>
            <a:chOff x="0" y="0"/>
            <a:chExt cx="812800" cy="812800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2"/>
          <p:cNvSpPr/>
          <p:nvPr/>
        </p:nvSpPr>
        <p:spPr>
          <a:xfrm>
            <a:off x="16810175" y="7396163"/>
            <a:ext cx="1743179" cy="4114800"/>
          </a:xfrm>
          <a:custGeom>
            <a:rect b="b" l="l" r="r" t="t"/>
            <a:pathLst>
              <a:path extrusionOk="0" h="4114800" w="1743179">
                <a:moveTo>
                  <a:pt x="0" y="0"/>
                </a:moveTo>
                <a:lnTo>
                  <a:pt x="1743179" y="0"/>
                </a:lnTo>
                <a:lnTo>
                  <a:pt x="17431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 txBox="1"/>
          <p:nvPr/>
        </p:nvSpPr>
        <p:spPr>
          <a:xfrm>
            <a:off x="3205224" y="5612720"/>
            <a:ext cx="8615827" cy="3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7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SUMBER DATA:</a:t>
            </a:r>
            <a:endParaRPr/>
          </a:p>
        </p:txBody>
      </p:sp>
      <p:grpSp>
        <p:nvGrpSpPr>
          <p:cNvPr id="125" name="Google Shape;125;p2"/>
          <p:cNvGrpSpPr/>
          <p:nvPr/>
        </p:nvGrpSpPr>
        <p:grpSpPr>
          <a:xfrm>
            <a:off x="1566248" y="3981000"/>
            <a:ext cx="1409118" cy="1409118"/>
            <a:chOff x="0" y="0"/>
            <a:chExt cx="812800" cy="812800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26B0F"/>
            </a:solidFill>
            <a:ln cap="rnd" cmpd="sng" w="95250">
              <a:solidFill>
                <a:srgbClr val="0251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1945891" y="4330459"/>
            <a:ext cx="649832" cy="710199"/>
          </a:xfrm>
          <a:custGeom>
            <a:rect b="b" l="l" r="r" t="t"/>
            <a:pathLst>
              <a:path extrusionOk="0" h="710199" w="649832">
                <a:moveTo>
                  <a:pt x="0" y="0"/>
                </a:moveTo>
                <a:lnTo>
                  <a:pt x="649832" y="0"/>
                </a:lnTo>
                <a:lnTo>
                  <a:pt x="649832" y="710199"/>
                </a:lnTo>
                <a:lnTo>
                  <a:pt x="0" y="71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2"/>
          <p:cNvSpPr txBox="1"/>
          <p:nvPr/>
        </p:nvSpPr>
        <p:spPr>
          <a:xfrm>
            <a:off x="3244625" y="4131367"/>
            <a:ext cx="11877552" cy="104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Koleksi data adalah proses mengumpulkan data dari berbagai sumber untuk dianalisis.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3205224" y="6118499"/>
            <a:ext cx="11877552" cy="2095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999"/>
              <a:buFont typeface="Poppins"/>
              <a:buAutoNum type="arabicPeriod"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CSV</a:t>
            </a:r>
            <a:endParaRPr/>
          </a:p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999"/>
              <a:buFont typeface="Poppins"/>
              <a:buAutoNum type="arabicPeriod"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  <a:endParaRPr/>
          </a:p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999"/>
              <a:buFont typeface="Poppins"/>
              <a:buAutoNum type="arabicPeriod"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Website</a:t>
            </a:r>
            <a:endParaRPr/>
          </a:p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999"/>
              <a:buFont typeface="Poppins"/>
              <a:buAutoNum type="arabicPeriod"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Database SQL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515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3"/>
          <p:cNvGrpSpPr/>
          <p:nvPr/>
        </p:nvGrpSpPr>
        <p:grpSpPr>
          <a:xfrm>
            <a:off x="549363" y="387844"/>
            <a:ext cx="17189274" cy="9366651"/>
            <a:chOff x="0" y="-38100"/>
            <a:chExt cx="4527216" cy="2466937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4527216" cy="2428837"/>
            </a:xfrm>
            <a:custGeom>
              <a:rect b="b" l="l" r="r" t="t"/>
              <a:pathLst>
                <a:path extrusionOk="0" h="2428837" w="4527216">
                  <a:moveTo>
                    <a:pt x="27924" y="0"/>
                  </a:moveTo>
                  <a:lnTo>
                    <a:pt x="4499292" y="0"/>
                  </a:lnTo>
                  <a:cubicBezTo>
                    <a:pt x="4506698" y="0"/>
                    <a:pt x="4513800" y="2942"/>
                    <a:pt x="4519037" y="8179"/>
                  </a:cubicBezTo>
                  <a:cubicBezTo>
                    <a:pt x="4524274" y="13416"/>
                    <a:pt x="4527216" y="20518"/>
                    <a:pt x="4527216" y="27924"/>
                  </a:cubicBezTo>
                  <a:lnTo>
                    <a:pt x="4527216" y="2400913"/>
                  </a:lnTo>
                  <a:cubicBezTo>
                    <a:pt x="4527216" y="2408319"/>
                    <a:pt x="4524274" y="2415421"/>
                    <a:pt x="4519037" y="2420658"/>
                  </a:cubicBezTo>
                  <a:cubicBezTo>
                    <a:pt x="4513800" y="2425895"/>
                    <a:pt x="4506698" y="2428837"/>
                    <a:pt x="4499292" y="2428837"/>
                  </a:cubicBezTo>
                  <a:lnTo>
                    <a:pt x="27924" y="2428837"/>
                  </a:lnTo>
                  <a:cubicBezTo>
                    <a:pt x="20518" y="2428837"/>
                    <a:pt x="13416" y="2425895"/>
                    <a:pt x="8179" y="2420658"/>
                  </a:cubicBezTo>
                  <a:cubicBezTo>
                    <a:pt x="2942" y="2415421"/>
                    <a:pt x="0" y="2408319"/>
                    <a:pt x="0" y="2400913"/>
                  </a:cubicBezTo>
                  <a:lnTo>
                    <a:pt x="0" y="27924"/>
                  </a:lnTo>
                  <a:cubicBezTo>
                    <a:pt x="0" y="20518"/>
                    <a:pt x="2942" y="13416"/>
                    <a:pt x="8179" y="8179"/>
                  </a:cubicBezTo>
                  <a:cubicBezTo>
                    <a:pt x="13416" y="2942"/>
                    <a:pt x="20518" y="0"/>
                    <a:pt x="27924" y="0"/>
                  </a:cubicBezTo>
                  <a:close/>
                </a:path>
              </a:pathLst>
            </a:custGeom>
            <a:solidFill>
              <a:srgbClr val="FCF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0" y="-38100"/>
              <a:ext cx="4527216" cy="246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3"/>
          <p:cNvSpPr/>
          <p:nvPr/>
        </p:nvSpPr>
        <p:spPr>
          <a:xfrm>
            <a:off x="549363" y="5735139"/>
            <a:ext cx="17189274" cy="3930797"/>
          </a:xfrm>
          <a:custGeom>
            <a:rect b="b" l="l" r="r" t="t"/>
            <a:pathLst>
              <a:path extrusionOk="0" h="3930797" w="17189274">
                <a:moveTo>
                  <a:pt x="0" y="0"/>
                </a:moveTo>
                <a:lnTo>
                  <a:pt x="17189274" y="0"/>
                </a:lnTo>
                <a:lnTo>
                  <a:pt x="17189274" y="3930797"/>
                </a:lnTo>
                <a:lnTo>
                  <a:pt x="0" y="393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117557" l="0" r="0" t="0"/>
            </a:stretch>
          </a:blipFill>
          <a:ln>
            <a:noFill/>
          </a:ln>
        </p:spPr>
      </p:sp>
      <p:grpSp>
        <p:nvGrpSpPr>
          <p:cNvPr id="139" name="Google Shape;139;p3"/>
          <p:cNvGrpSpPr/>
          <p:nvPr/>
        </p:nvGrpSpPr>
        <p:grpSpPr>
          <a:xfrm>
            <a:off x="2944731" y="4077165"/>
            <a:ext cx="5207802" cy="1240822"/>
            <a:chOff x="0" y="-38100"/>
            <a:chExt cx="1467901" cy="349745"/>
          </a:xfrm>
        </p:grpSpPr>
        <p:sp>
          <p:nvSpPr>
            <p:cNvPr id="140" name="Google Shape;140;p3"/>
            <p:cNvSpPr/>
            <p:nvPr/>
          </p:nvSpPr>
          <p:spPr>
            <a:xfrm>
              <a:off x="0" y="0"/>
              <a:ext cx="1467901" cy="311645"/>
            </a:xfrm>
            <a:custGeom>
              <a:rect b="b" l="l" r="r" t="t"/>
              <a:pathLst>
                <a:path extrusionOk="0" h="311645" w="1467901">
                  <a:moveTo>
                    <a:pt x="148660" y="0"/>
                  </a:moveTo>
                  <a:lnTo>
                    <a:pt x="1319241" y="0"/>
                  </a:lnTo>
                  <a:cubicBezTo>
                    <a:pt x="1401344" y="0"/>
                    <a:pt x="1467901" y="66557"/>
                    <a:pt x="1467901" y="148660"/>
                  </a:cubicBezTo>
                  <a:lnTo>
                    <a:pt x="1467901" y="162985"/>
                  </a:lnTo>
                  <a:cubicBezTo>
                    <a:pt x="1467901" y="202412"/>
                    <a:pt x="1452239" y="240224"/>
                    <a:pt x="1424359" y="268104"/>
                  </a:cubicBezTo>
                  <a:cubicBezTo>
                    <a:pt x="1396480" y="295983"/>
                    <a:pt x="1358668" y="311645"/>
                    <a:pt x="1319241" y="311645"/>
                  </a:cubicBezTo>
                  <a:lnTo>
                    <a:pt x="148660" y="311645"/>
                  </a:lnTo>
                  <a:cubicBezTo>
                    <a:pt x="66557" y="311645"/>
                    <a:pt x="0" y="245088"/>
                    <a:pt x="0" y="162985"/>
                  </a:cubicBezTo>
                  <a:lnTo>
                    <a:pt x="0" y="148660"/>
                  </a:lnTo>
                  <a:cubicBezTo>
                    <a:pt x="0" y="66557"/>
                    <a:pt x="66557" y="0"/>
                    <a:pt x="148660" y="0"/>
                  </a:cubicBezTo>
                  <a:close/>
                </a:path>
              </a:pathLst>
            </a:custGeom>
            <a:solidFill>
              <a:srgbClr val="025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0" y="-38100"/>
              <a:ext cx="1467901" cy="349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3"/>
          <p:cNvGrpSpPr/>
          <p:nvPr/>
        </p:nvGrpSpPr>
        <p:grpSpPr>
          <a:xfrm>
            <a:off x="9725138" y="5408261"/>
            <a:ext cx="5207802" cy="1240822"/>
            <a:chOff x="0" y="-38100"/>
            <a:chExt cx="1467901" cy="349745"/>
          </a:xfrm>
        </p:grpSpPr>
        <p:sp>
          <p:nvSpPr>
            <p:cNvPr id="143" name="Google Shape;143;p3"/>
            <p:cNvSpPr/>
            <p:nvPr/>
          </p:nvSpPr>
          <p:spPr>
            <a:xfrm>
              <a:off x="0" y="0"/>
              <a:ext cx="1467901" cy="311645"/>
            </a:xfrm>
            <a:custGeom>
              <a:rect b="b" l="l" r="r" t="t"/>
              <a:pathLst>
                <a:path extrusionOk="0" h="311645" w="1467901">
                  <a:moveTo>
                    <a:pt x="148660" y="0"/>
                  </a:moveTo>
                  <a:lnTo>
                    <a:pt x="1319241" y="0"/>
                  </a:lnTo>
                  <a:cubicBezTo>
                    <a:pt x="1401344" y="0"/>
                    <a:pt x="1467901" y="66557"/>
                    <a:pt x="1467901" y="148660"/>
                  </a:cubicBezTo>
                  <a:lnTo>
                    <a:pt x="1467901" y="162985"/>
                  </a:lnTo>
                  <a:cubicBezTo>
                    <a:pt x="1467901" y="202412"/>
                    <a:pt x="1452239" y="240224"/>
                    <a:pt x="1424359" y="268104"/>
                  </a:cubicBezTo>
                  <a:cubicBezTo>
                    <a:pt x="1396480" y="295983"/>
                    <a:pt x="1358668" y="311645"/>
                    <a:pt x="1319241" y="311645"/>
                  </a:cubicBezTo>
                  <a:lnTo>
                    <a:pt x="148660" y="311645"/>
                  </a:lnTo>
                  <a:cubicBezTo>
                    <a:pt x="66557" y="311645"/>
                    <a:pt x="0" y="245088"/>
                    <a:pt x="0" y="162985"/>
                  </a:cubicBezTo>
                  <a:lnTo>
                    <a:pt x="0" y="148660"/>
                  </a:lnTo>
                  <a:cubicBezTo>
                    <a:pt x="0" y="66557"/>
                    <a:pt x="66557" y="0"/>
                    <a:pt x="148660" y="0"/>
                  </a:cubicBezTo>
                  <a:close/>
                </a:path>
              </a:pathLst>
            </a:custGeom>
            <a:solidFill>
              <a:srgbClr val="F26B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0" y="-38100"/>
              <a:ext cx="1467901" cy="349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3"/>
          <p:cNvGrpSpPr/>
          <p:nvPr/>
        </p:nvGrpSpPr>
        <p:grpSpPr>
          <a:xfrm>
            <a:off x="2944731" y="6764191"/>
            <a:ext cx="5207802" cy="1240822"/>
            <a:chOff x="0" y="-38100"/>
            <a:chExt cx="1467901" cy="349745"/>
          </a:xfrm>
        </p:grpSpPr>
        <p:sp>
          <p:nvSpPr>
            <p:cNvPr id="146" name="Google Shape;146;p3"/>
            <p:cNvSpPr/>
            <p:nvPr/>
          </p:nvSpPr>
          <p:spPr>
            <a:xfrm>
              <a:off x="0" y="0"/>
              <a:ext cx="1467901" cy="311645"/>
            </a:xfrm>
            <a:custGeom>
              <a:rect b="b" l="l" r="r" t="t"/>
              <a:pathLst>
                <a:path extrusionOk="0" h="311645" w="1467901">
                  <a:moveTo>
                    <a:pt x="148660" y="0"/>
                  </a:moveTo>
                  <a:lnTo>
                    <a:pt x="1319241" y="0"/>
                  </a:lnTo>
                  <a:cubicBezTo>
                    <a:pt x="1401344" y="0"/>
                    <a:pt x="1467901" y="66557"/>
                    <a:pt x="1467901" y="148660"/>
                  </a:cubicBezTo>
                  <a:lnTo>
                    <a:pt x="1467901" y="162985"/>
                  </a:lnTo>
                  <a:cubicBezTo>
                    <a:pt x="1467901" y="202412"/>
                    <a:pt x="1452239" y="240224"/>
                    <a:pt x="1424359" y="268104"/>
                  </a:cubicBezTo>
                  <a:cubicBezTo>
                    <a:pt x="1396480" y="295983"/>
                    <a:pt x="1358668" y="311645"/>
                    <a:pt x="1319241" y="311645"/>
                  </a:cubicBezTo>
                  <a:lnTo>
                    <a:pt x="148660" y="311645"/>
                  </a:lnTo>
                  <a:cubicBezTo>
                    <a:pt x="66557" y="311645"/>
                    <a:pt x="0" y="245088"/>
                    <a:pt x="0" y="162985"/>
                  </a:cubicBezTo>
                  <a:lnTo>
                    <a:pt x="0" y="148660"/>
                  </a:lnTo>
                  <a:cubicBezTo>
                    <a:pt x="0" y="66557"/>
                    <a:pt x="66557" y="0"/>
                    <a:pt x="148660" y="0"/>
                  </a:cubicBezTo>
                  <a:close/>
                </a:path>
              </a:pathLst>
            </a:custGeom>
            <a:solidFill>
              <a:srgbClr val="F26B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 txBox="1"/>
            <p:nvPr/>
          </p:nvSpPr>
          <p:spPr>
            <a:xfrm>
              <a:off x="0" y="-38100"/>
              <a:ext cx="1467901" cy="349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3"/>
          <p:cNvGrpSpPr/>
          <p:nvPr/>
        </p:nvGrpSpPr>
        <p:grpSpPr>
          <a:xfrm>
            <a:off x="-1210440" y="1124443"/>
            <a:ext cx="12907836" cy="1977913"/>
            <a:chOff x="0" y="-38100"/>
            <a:chExt cx="3399595" cy="520932"/>
          </a:xfrm>
        </p:grpSpPr>
        <p:sp>
          <p:nvSpPr>
            <p:cNvPr id="149" name="Google Shape;149;p3"/>
            <p:cNvSpPr/>
            <p:nvPr/>
          </p:nvSpPr>
          <p:spPr>
            <a:xfrm>
              <a:off x="0" y="0"/>
              <a:ext cx="3399594" cy="482832"/>
            </a:xfrm>
            <a:custGeom>
              <a:rect b="b" l="l" r="r" t="t"/>
              <a:pathLst>
                <a:path extrusionOk="0" h="482832" w="3399594">
                  <a:moveTo>
                    <a:pt x="59978" y="0"/>
                  </a:moveTo>
                  <a:lnTo>
                    <a:pt x="3339616" y="0"/>
                  </a:lnTo>
                  <a:cubicBezTo>
                    <a:pt x="3355523" y="0"/>
                    <a:pt x="3370779" y="6319"/>
                    <a:pt x="3382027" y="17567"/>
                  </a:cubicBezTo>
                  <a:cubicBezTo>
                    <a:pt x="3393275" y="28815"/>
                    <a:pt x="3399594" y="44071"/>
                    <a:pt x="3399594" y="59978"/>
                  </a:cubicBezTo>
                  <a:lnTo>
                    <a:pt x="3399594" y="422853"/>
                  </a:lnTo>
                  <a:cubicBezTo>
                    <a:pt x="3399594" y="438761"/>
                    <a:pt x="3393275" y="454016"/>
                    <a:pt x="3382027" y="465264"/>
                  </a:cubicBezTo>
                  <a:cubicBezTo>
                    <a:pt x="3370779" y="476513"/>
                    <a:pt x="3355523" y="482832"/>
                    <a:pt x="3339616" y="482832"/>
                  </a:cubicBezTo>
                  <a:lnTo>
                    <a:pt x="59978" y="482832"/>
                  </a:lnTo>
                  <a:cubicBezTo>
                    <a:pt x="26853" y="482832"/>
                    <a:pt x="0" y="455978"/>
                    <a:pt x="0" y="422853"/>
                  </a:cubicBezTo>
                  <a:lnTo>
                    <a:pt x="0" y="59978"/>
                  </a:lnTo>
                  <a:cubicBezTo>
                    <a:pt x="0" y="44071"/>
                    <a:pt x="6319" y="28815"/>
                    <a:pt x="17567" y="17567"/>
                  </a:cubicBezTo>
                  <a:cubicBezTo>
                    <a:pt x="28815" y="6319"/>
                    <a:pt x="44071" y="0"/>
                    <a:pt x="59978" y="0"/>
                  </a:cubicBezTo>
                  <a:close/>
                </a:path>
              </a:pathLst>
            </a:custGeom>
            <a:solidFill>
              <a:srgbClr val="F26B0F"/>
            </a:solidFill>
            <a:ln cap="rnd" cmpd="sng" w="114300">
              <a:solidFill>
                <a:srgbClr val="0251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 txBox="1"/>
            <p:nvPr/>
          </p:nvSpPr>
          <p:spPr>
            <a:xfrm>
              <a:off x="0" y="-38100"/>
              <a:ext cx="3399595" cy="520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3"/>
          <p:cNvSpPr/>
          <p:nvPr/>
        </p:nvSpPr>
        <p:spPr>
          <a:xfrm rot="-1105363">
            <a:off x="14124370" y="-2234545"/>
            <a:ext cx="8327260" cy="6526490"/>
          </a:xfrm>
          <a:custGeom>
            <a:rect b="b" l="l" r="r" t="t"/>
            <a:pathLst>
              <a:path extrusionOk="0" h="6526490" w="8327260">
                <a:moveTo>
                  <a:pt x="0" y="0"/>
                </a:moveTo>
                <a:lnTo>
                  <a:pt x="8327260" y="0"/>
                </a:lnTo>
                <a:lnTo>
                  <a:pt x="8327260" y="6526490"/>
                </a:lnTo>
                <a:lnTo>
                  <a:pt x="0" y="652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3"/>
          <p:cNvSpPr/>
          <p:nvPr/>
        </p:nvSpPr>
        <p:spPr>
          <a:xfrm rot="-429469">
            <a:off x="-5851981" y="7917162"/>
            <a:ext cx="8793605" cy="6891988"/>
          </a:xfrm>
          <a:custGeom>
            <a:rect b="b" l="l" r="r" t="t"/>
            <a:pathLst>
              <a:path extrusionOk="0" h="6891988" w="8793605">
                <a:moveTo>
                  <a:pt x="0" y="0"/>
                </a:moveTo>
                <a:lnTo>
                  <a:pt x="8793605" y="0"/>
                </a:lnTo>
                <a:lnTo>
                  <a:pt x="8793605" y="6891988"/>
                </a:lnTo>
                <a:lnTo>
                  <a:pt x="0" y="6891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3" name="Google Shape;153;p3"/>
          <p:cNvGrpSpPr/>
          <p:nvPr/>
        </p:nvGrpSpPr>
        <p:grpSpPr>
          <a:xfrm>
            <a:off x="2024310" y="3770314"/>
            <a:ext cx="1719354" cy="1854525"/>
            <a:chOff x="0" y="-38100"/>
            <a:chExt cx="484627" cy="522727"/>
          </a:xfrm>
        </p:grpSpPr>
        <p:sp>
          <p:nvSpPr>
            <p:cNvPr id="154" name="Google Shape;154;p3"/>
            <p:cNvSpPr/>
            <p:nvPr/>
          </p:nvSpPr>
          <p:spPr>
            <a:xfrm>
              <a:off x="0" y="0"/>
              <a:ext cx="484627" cy="484627"/>
            </a:xfrm>
            <a:custGeom>
              <a:rect b="b" l="l" r="r" t="t"/>
              <a:pathLst>
                <a:path extrusionOk="0" h="484627" w="484627">
                  <a:moveTo>
                    <a:pt x="198123" y="0"/>
                  </a:moveTo>
                  <a:lnTo>
                    <a:pt x="286504" y="0"/>
                  </a:lnTo>
                  <a:cubicBezTo>
                    <a:pt x="395924" y="0"/>
                    <a:pt x="484627" y="88703"/>
                    <a:pt x="484627" y="198123"/>
                  </a:cubicBezTo>
                  <a:lnTo>
                    <a:pt x="484627" y="286504"/>
                  </a:lnTo>
                  <a:cubicBezTo>
                    <a:pt x="484627" y="395924"/>
                    <a:pt x="395924" y="484627"/>
                    <a:pt x="286504" y="484627"/>
                  </a:cubicBezTo>
                  <a:lnTo>
                    <a:pt x="198123" y="484627"/>
                  </a:lnTo>
                  <a:cubicBezTo>
                    <a:pt x="88703" y="484627"/>
                    <a:pt x="0" y="395924"/>
                    <a:pt x="0" y="286504"/>
                  </a:cubicBezTo>
                  <a:lnTo>
                    <a:pt x="0" y="198123"/>
                  </a:lnTo>
                  <a:cubicBezTo>
                    <a:pt x="0" y="88703"/>
                    <a:pt x="88703" y="0"/>
                    <a:pt x="198123" y="0"/>
                  </a:cubicBezTo>
                  <a:close/>
                </a:path>
              </a:pathLst>
            </a:custGeom>
            <a:solidFill>
              <a:srgbClr val="E3DE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0" y="-38100"/>
              <a:ext cx="484627" cy="52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8804717" y="5101409"/>
            <a:ext cx="1719354" cy="1854525"/>
            <a:chOff x="0" y="-38100"/>
            <a:chExt cx="484627" cy="522727"/>
          </a:xfrm>
        </p:grpSpPr>
        <p:sp>
          <p:nvSpPr>
            <p:cNvPr id="157" name="Google Shape;157;p3"/>
            <p:cNvSpPr/>
            <p:nvPr/>
          </p:nvSpPr>
          <p:spPr>
            <a:xfrm>
              <a:off x="0" y="0"/>
              <a:ext cx="484627" cy="484627"/>
            </a:xfrm>
            <a:custGeom>
              <a:rect b="b" l="l" r="r" t="t"/>
              <a:pathLst>
                <a:path extrusionOk="0" h="484627" w="484627">
                  <a:moveTo>
                    <a:pt x="198123" y="0"/>
                  </a:moveTo>
                  <a:lnTo>
                    <a:pt x="286504" y="0"/>
                  </a:lnTo>
                  <a:cubicBezTo>
                    <a:pt x="395924" y="0"/>
                    <a:pt x="484627" y="88703"/>
                    <a:pt x="484627" y="198123"/>
                  </a:cubicBezTo>
                  <a:lnTo>
                    <a:pt x="484627" y="286504"/>
                  </a:lnTo>
                  <a:cubicBezTo>
                    <a:pt x="484627" y="395924"/>
                    <a:pt x="395924" y="484627"/>
                    <a:pt x="286504" y="484627"/>
                  </a:cubicBezTo>
                  <a:lnTo>
                    <a:pt x="198123" y="484627"/>
                  </a:lnTo>
                  <a:cubicBezTo>
                    <a:pt x="88703" y="484627"/>
                    <a:pt x="0" y="395924"/>
                    <a:pt x="0" y="286504"/>
                  </a:cubicBezTo>
                  <a:lnTo>
                    <a:pt x="0" y="198123"/>
                  </a:lnTo>
                  <a:cubicBezTo>
                    <a:pt x="0" y="88703"/>
                    <a:pt x="88703" y="0"/>
                    <a:pt x="198123" y="0"/>
                  </a:cubicBezTo>
                  <a:close/>
                </a:path>
              </a:pathLst>
            </a:custGeom>
            <a:solidFill>
              <a:srgbClr val="E3DE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 txBox="1"/>
            <p:nvPr/>
          </p:nvSpPr>
          <p:spPr>
            <a:xfrm>
              <a:off x="0" y="-38100"/>
              <a:ext cx="484627" cy="52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3"/>
          <p:cNvGrpSpPr/>
          <p:nvPr/>
        </p:nvGrpSpPr>
        <p:grpSpPr>
          <a:xfrm>
            <a:off x="2024310" y="6457340"/>
            <a:ext cx="1719354" cy="1854525"/>
            <a:chOff x="0" y="-38100"/>
            <a:chExt cx="484627" cy="522727"/>
          </a:xfrm>
        </p:grpSpPr>
        <p:sp>
          <p:nvSpPr>
            <p:cNvPr id="160" name="Google Shape;160;p3"/>
            <p:cNvSpPr/>
            <p:nvPr/>
          </p:nvSpPr>
          <p:spPr>
            <a:xfrm>
              <a:off x="0" y="0"/>
              <a:ext cx="484627" cy="484627"/>
            </a:xfrm>
            <a:custGeom>
              <a:rect b="b" l="l" r="r" t="t"/>
              <a:pathLst>
                <a:path extrusionOk="0" h="484627" w="484627">
                  <a:moveTo>
                    <a:pt x="198123" y="0"/>
                  </a:moveTo>
                  <a:lnTo>
                    <a:pt x="286504" y="0"/>
                  </a:lnTo>
                  <a:cubicBezTo>
                    <a:pt x="395924" y="0"/>
                    <a:pt x="484627" y="88703"/>
                    <a:pt x="484627" y="198123"/>
                  </a:cubicBezTo>
                  <a:lnTo>
                    <a:pt x="484627" y="286504"/>
                  </a:lnTo>
                  <a:cubicBezTo>
                    <a:pt x="484627" y="395924"/>
                    <a:pt x="395924" y="484627"/>
                    <a:pt x="286504" y="484627"/>
                  </a:cubicBezTo>
                  <a:lnTo>
                    <a:pt x="198123" y="484627"/>
                  </a:lnTo>
                  <a:cubicBezTo>
                    <a:pt x="88703" y="484627"/>
                    <a:pt x="0" y="395924"/>
                    <a:pt x="0" y="286504"/>
                  </a:cubicBezTo>
                  <a:lnTo>
                    <a:pt x="0" y="198123"/>
                  </a:lnTo>
                  <a:cubicBezTo>
                    <a:pt x="0" y="88703"/>
                    <a:pt x="88703" y="0"/>
                    <a:pt x="198123" y="0"/>
                  </a:cubicBezTo>
                  <a:close/>
                </a:path>
              </a:pathLst>
            </a:custGeom>
            <a:solidFill>
              <a:srgbClr val="E3DE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0" y="-38100"/>
              <a:ext cx="484627" cy="52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3"/>
          <p:cNvSpPr txBox="1"/>
          <p:nvPr/>
        </p:nvSpPr>
        <p:spPr>
          <a:xfrm>
            <a:off x="1028700" y="1731069"/>
            <a:ext cx="10295688" cy="106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WEB SCRAPING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2024310" y="4392734"/>
            <a:ext cx="1719354" cy="86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8804717" y="5723829"/>
            <a:ext cx="1719354" cy="86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2024310" y="7079760"/>
            <a:ext cx="1719354" cy="86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3743664" y="4557744"/>
            <a:ext cx="4408869" cy="4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7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PARSING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10523257" y="5888840"/>
            <a:ext cx="4408869" cy="4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7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FRAMING DATA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3743664" y="7263359"/>
            <a:ext cx="4408869" cy="4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7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PROSES HTML</a:t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15541604" y="5440518"/>
            <a:ext cx="1268571" cy="1313962"/>
          </a:xfrm>
          <a:custGeom>
            <a:rect b="b" l="l" r="r" t="t"/>
            <a:pathLst>
              <a:path extrusionOk="0" h="1313962" w="1268571">
                <a:moveTo>
                  <a:pt x="0" y="0"/>
                </a:moveTo>
                <a:lnTo>
                  <a:pt x="1268571" y="0"/>
                </a:lnTo>
                <a:lnTo>
                  <a:pt x="1268571" y="1313963"/>
                </a:lnTo>
                <a:lnTo>
                  <a:pt x="0" y="1313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0" name="Google Shape;170;p3"/>
          <p:cNvGrpSpPr/>
          <p:nvPr/>
        </p:nvGrpSpPr>
        <p:grpSpPr>
          <a:xfrm>
            <a:off x="12861774" y="2185730"/>
            <a:ext cx="509649" cy="509649"/>
            <a:chOff x="0" y="0"/>
            <a:chExt cx="812800" cy="812800"/>
          </a:xfrm>
        </p:grpSpPr>
        <p:sp>
          <p:nvSpPr>
            <p:cNvPr id="171" name="Google Shape;171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3"/>
          <p:cNvSpPr/>
          <p:nvPr/>
        </p:nvSpPr>
        <p:spPr>
          <a:xfrm>
            <a:off x="16810175" y="7396163"/>
            <a:ext cx="1743179" cy="4114800"/>
          </a:xfrm>
          <a:custGeom>
            <a:rect b="b" l="l" r="r" t="t"/>
            <a:pathLst>
              <a:path extrusionOk="0" h="4114800" w="1743179">
                <a:moveTo>
                  <a:pt x="0" y="0"/>
                </a:moveTo>
                <a:lnTo>
                  <a:pt x="1743179" y="0"/>
                </a:lnTo>
                <a:lnTo>
                  <a:pt x="17431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3"/>
          <p:cNvSpPr txBox="1"/>
          <p:nvPr/>
        </p:nvSpPr>
        <p:spPr>
          <a:xfrm>
            <a:off x="1428933" y="3213953"/>
            <a:ext cx="11877552" cy="523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Proses mengambil data dari website secara otomatis.</a:t>
            </a:r>
            <a:endParaRPr/>
          </a:p>
        </p:txBody>
      </p:sp>
      <p:sp>
        <p:nvSpPr>
          <p:cNvPr id="175" name="Google Shape;175;p3"/>
          <p:cNvSpPr txBox="1"/>
          <p:nvPr/>
        </p:nvSpPr>
        <p:spPr>
          <a:xfrm>
            <a:off x="3833777" y="5343339"/>
            <a:ext cx="4318756" cy="1184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2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Proses mengambil dan membaca struktur HTML dari halaman website.</a:t>
            </a:r>
            <a:endParaRPr/>
          </a:p>
        </p:txBody>
      </p:sp>
      <p:sp>
        <p:nvSpPr>
          <p:cNvPr id="176" name="Google Shape;176;p3"/>
          <p:cNvSpPr txBox="1"/>
          <p:nvPr/>
        </p:nvSpPr>
        <p:spPr>
          <a:xfrm>
            <a:off x="3833777" y="8027339"/>
            <a:ext cx="4318756" cy="1576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2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Proses memilih dan mengambil bagian data tertentu dari HTML sesuai kebutuhan.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10609796" y="6772908"/>
            <a:ext cx="4318756" cy="1184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2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Proses menyusun data hasil scraping ke dalam bentuk terstruktur seperti tabel.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515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4"/>
          <p:cNvGrpSpPr/>
          <p:nvPr/>
        </p:nvGrpSpPr>
        <p:grpSpPr>
          <a:xfrm>
            <a:off x="549363" y="387844"/>
            <a:ext cx="17189274" cy="9366651"/>
            <a:chOff x="0" y="-38100"/>
            <a:chExt cx="4527216" cy="2466937"/>
          </a:xfrm>
        </p:grpSpPr>
        <p:sp>
          <p:nvSpPr>
            <p:cNvPr id="183" name="Google Shape;183;p4"/>
            <p:cNvSpPr/>
            <p:nvPr/>
          </p:nvSpPr>
          <p:spPr>
            <a:xfrm>
              <a:off x="0" y="0"/>
              <a:ext cx="4527216" cy="2428837"/>
            </a:xfrm>
            <a:custGeom>
              <a:rect b="b" l="l" r="r" t="t"/>
              <a:pathLst>
                <a:path extrusionOk="0" h="2428837" w="4527216">
                  <a:moveTo>
                    <a:pt x="27924" y="0"/>
                  </a:moveTo>
                  <a:lnTo>
                    <a:pt x="4499292" y="0"/>
                  </a:lnTo>
                  <a:cubicBezTo>
                    <a:pt x="4506698" y="0"/>
                    <a:pt x="4513800" y="2942"/>
                    <a:pt x="4519037" y="8179"/>
                  </a:cubicBezTo>
                  <a:cubicBezTo>
                    <a:pt x="4524274" y="13416"/>
                    <a:pt x="4527216" y="20518"/>
                    <a:pt x="4527216" y="27924"/>
                  </a:cubicBezTo>
                  <a:lnTo>
                    <a:pt x="4527216" y="2400913"/>
                  </a:lnTo>
                  <a:cubicBezTo>
                    <a:pt x="4527216" y="2408319"/>
                    <a:pt x="4524274" y="2415421"/>
                    <a:pt x="4519037" y="2420658"/>
                  </a:cubicBezTo>
                  <a:cubicBezTo>
                    <a:pt x="4513800" y="2425895"/>
                    <a:pt x="4506698" y="2428837"/>
                    <a:pt x="4499292" y="2428837"/>
                  </a:cubicBezTo>
                  <a:lnTo>
                    <a:pt x="27924" y="2428837"/>
                  </a:lnTo>
                  <a:cubicBezTo>
                    <a:pt x="20518" y="2428837"/>
                    <a:pt x="13416" y="2425895"/>
                    <a:pt x="8179" y="2420658"/>
                  </a:cubicBezTo>
                  <a:cubicBezTo>
                    <a:pt x="2942" y="2415421"/>
                    <a:pt x="0" y="2408319"/>
                    <a:pt x="0" y="2400913"/>
                  </a:cubicBezTo>
                  <a:lnTo>
                    <a:pt x="0" y="27924"/>
                  </a:lnTo>
                  <a:cubicBezTo>
                    <a:pt x="0" y="20518"/>
                    <a:pt x="2942" y="13416"/>
                    <a:pt x="8179" y="8179"/>
                  </a:cubicBezTo>
                  <a:cubicBezTo>
                    <a:pt x="13416" y="2942"/>
                    <a:pt x="20518" y="0"/>
                    <a:pt x="27924" y="0"/>
                  </a:cubicBezTo>
                  <a:close/>
                </a:path>
              </a:pathLst>
            </a:custGeom>
            <a:solidFill>
              <a:srgbClr val="FCF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0" y="-38100"/>
              <a:ext cx="4527216" cy="246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4"/>
          <p:cNvSpPr/>
          <p:nvPr/>
        </p:nvSpPr>
        <p:spPr>
          <a:xfrm>
            <a:off x="549363" y="5735139"/>
            <a:ext cx="17189274" cy="3930797"/>
          </a:xfrm>
          <a:custGeom>
            <a:rect b="b" l="l" r="r" t="t"/>
            <a:pathLst>
              <a:path extrusionOk="0" h="3930797" w="17189274">
                <a:moveTo>
                  <a:pt x="0" y="0"/>
                </a:moveTo>
                <a:lnTo>
                  <a:pt x="17189274" y="0"/>
                </a:lnTo>
                <a:lnTo>
                  <a:pt x="17189274" y="3930797"/>
                </a:lnTo>
                <a:lnTo>
                  <a:pt x="0" y="393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117557" l="0" r="0" t="0"/>
            </a:stretch>
          </a:blipFill>
          <a:ln>
            <a:noFill/>
          </a:ln>
        </p:spPr>
      </p:sp>
      <p:grpSp>
        <p:nvGrpSpPr>
          <p:cNvPr id="186" name="Google Shape;186;p4"/>
          <p:cNvGrpSpPr/>
          <p:nvPr/>
        </p:nvGrpSpPr>
        <p:grpSpPr>
          <a:xfrm>
            <a:off x="2944731" y="4077165"/>
            <a:ext cx="5207802" cy="1240822"/>
            <a:chOff x="0" y="-38100"/>
            <a:chExt cx="1467901" cy="349745"/>
          </a:xfrm>
        </p:grpSpPr>
        <p:sp>
          <p:nvSpPr>
            <p:cNvPr id="187" name="Google Shape;187;p4"/>
            <p:cNvSpPr/>
            <p:nvPr/>
          </p:nvSpPr>
          <p:spPr>
            <a:xfrm>
              <a:off x="0" y="0"/>
              <a:ext cx="1467901" cy="311645"/>
            </a:xfrm>
            <a:custGeom>
              <a:rect b="b" l="l" r="r" t="t"/>
              <a:pathLst>
                <a:path extrusionOk="0" h="311645" w="1467901">
                  <a:moveTo>
                    <a:pt x="148660" y="0"/>
                  </a:moveTo>
                  <a:lnTo>
                    <a:pt x="1319241" y="0"/>
                  </a:lnTo>
                  <a:cubicBezTo>
                    <a:pt x="1401344" y="0"/>
                    <a:pt x="1467901" y="66557"/>
                    <a:pt x="1467901" y="148660"/>
                  </a:cubicBezTo>
                  <a:lnTo>
                    <a:pt x="1467901" y="162985"/>
                  </a:lnTo>
                  <a:cubicBezTo>
                    <a:pt x="1467901" y="202412"/>
                    <a:pt x="1452239" y="240224"/>
                    <a:pt x="1424359" y="268104"/>
                  </a:cubicBezTo>
                  <a:cubicBezTo>
                    <a:pt x="1396480" y="295983"/>
                    <a:pt x="1358668" y="311645"/>
                    <a:pt x="1319241" y="311645"/>
                  </a:cubicBezTo>
                  <a:lnTo>
                    <a:pt x="148660" y="311645"/>
                  </a:lnTo>
                  <a:cubicBezTo>
                    <a:pt x="66557" y="311645"/>
                    <a:pt x="0" y="245088"/>
                    <a:pt x="0" y="162985"/>
                  </a:cubicBezTo>
                  <a:lnTo>
                    <a:pt x="0" y="148660"/>
                  </a:lnTo>
                  <a:cubicBezTo>
                    <a:pt x="0" y="66557"/>
                    <a:pt x="66557" y="0"/>
                    <a:pt x="148660" y="0"/>
                  </a:cubicBezTo>
                  <a:close/>
                </a:path>
              </a:pathLst>
            </a:custGeom>
            <a:solidFill>
              <a:srgbClr val="025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0" y="-38100"/>
              <a:ext cx="1467901" cy="349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4"/>
          <p:cNvGrpSpPr/>
          <p:nvPr/>
        </p:nvGrpSpPr>
        <p:grpSpPr>
          <a:xfrm>
            <a:off x="10064421" y="4077165"/>
            <a:ext cx="5207802" cy="1240822"/>
            <a:chOff x="0" y="-38100"/>
            <a:chExt cx="1467901" cy="349745"/>
          </a:xfrm>
        </p:grpSpPr>
        <p:sp>
          <p:nvSpPr>
            <p:cNvPr id="190" name="Google Shape;190;p4"/>
            <p:cNvSpPr/>
            <p:nvPr/>
          </p:nvSpPr>
          <p:spPr>
            <a:xfrm>
              <a:off x="0" y="0"/>
              <a:ext cx="1467901" cy="311645"/>
            </a:xfrm>
            <a:custGeom>
              <a:rect b="b" l="l" r="r" t="t"/>
              <a:pathLst>
                <a:path extrusionOk="0" h="311645" w="1467901">
                  <a:moveTo>
                    <a:pt x="148660" y="0"/>
                  </a:moveTo>
                  <a:lnTo>
                    <a:pt x="1319241" y="0"/>
                  </a:lnTo>
                  <a:cubicBezTo>
                    <a:pt x="1401344" y="0"/>
                    <a:pt x="1467901" y="66557"/>
                    <a:pt x="1467901" y="148660"/>
                  </a:cubicBezTo>
                  <a:lnTo>
                    <a:pt x="1467901" y="162985"/>
                  </a:lnTo>
                  <a:cubicBezTo>
                    <a:pt x="1467901" y="202412"/>
                    <a:pt x="1452239" y="240224"/>
                    <a:pt x="1424359" y="268104"/>
                  </a:cubicBezTo>
                  <a:cubicBezTo>
                    <a:pt x="1396480" y="295983"/>
                    <a:pt x="1358668" y="311645"/>
                    <a:pt x="1319241" y="311645"/>
                  </a:cubicBezTo>
                  <a:lnTo>
                    <a:pt x="148660" y="311645"/>
                  </a:lnTo>
                  <a:cubicBezTo>
                    <a:pt x="66557" y="311645"/>
                    <a:pt x="0" y="245088"/>
                    <a:pt x="0" y="162985"/>
                  </a:cubicBezTo>
                  <a:lnTo>
                    <a:pt x="0" y="148660"/>
                  </a:lnTo>
                  <a:cubicBezTo>
                    <a:pt x="0" y="66557"/>
                    <a:pt x="66557" y="0"/>
                    <a:pt x="148660" y="0"/>
                  </a:cubicBezTo>
                  <a:close/>
                </a:path>
              </a:pathLst>
            </a:custGeom>
            <a:solidFill>
              <a:srgbClr val="F26B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0" y="-38100"/>
              <a:ext cx="1467901" cy="349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4"/>
          <p:cNvGrpSpPr/>
          <p:nvPr/>
        </p:nvGrpSpPr>
        <p:grpSpPr>
          <a:xfrm>
            <a:off x="2944731" y="6764191"/>
            <a:ext cx="5207802" cy="1240822"/>
            <a:chOff x="0" y="-38100"/>
            <a:chExt cx="1467901" cy="349745"/>
          </a:xfrm>
        </p:grpSpPr>
        <p:sp>
          <p:nvSpPr>
            <p:cNvPr id="193" name="Google Shape;193;p4"/>
            <p:cNvSpPr/>
            <p:nvPr/>
          </p:nvSpPr>
          <p:spPr>
            <a:xfrm>
              <a:off x="0" y="0"/>
              <a:ext cx="1467901" cy="311645"/>
            </a:xfrm>
            <a:custGeom>
              <a:rect b="b" l="l" r="r" t="t"/>
              <a:pathLst>
                <a:path extrusionOk="0" h="311645" w="1467901">
                  <a:moveTo>
                    <a:pt x="148660" y="0"/>
                  </a:moveTo>
                  <a:lnTo>
                    <a:pt x="1319241" y="0"/>
                  </a:lnTo>
                  <a:cubicBezTo>
                    <a:pt x="1401344" y="0"/>
                    <a:pt x="1467901" y="66557"/>
                    <a:pt x="1467901" y="148660"/>
                  </a:cubicBezTo>
                  <a:lnTo>
                    <a:pt x="1467901" y="162985"/>
                  </a:lnTo>
                  <a:cubicBezTo>
                    <a:pt x="1467901" y="202412"/>
                    <a:pt x="1452239" y="240224"/>
                    <a:pt x="1424359" y="268104"/>
                  </a:cubicBezTo>
                  <a:cubicBezTo>
                    <a:pt x="1396480" y="295983"/>
                    <a:pt x="1358668" y="311645"/>
                    <a:pt x="1319241" y="311645"/>
                  </a:cubicBezTo>
                  <a:lnTo>
                    <a:pt x="148660" y="311645"/>
                  </a:lnTo>
                  <a:cubicBezTo>
                    <a:pt x="66557" y="311645"/>
                    <a:pt x="0" y="245088"/>
                    <a:pt x="0" y="162985"/>
                  </a:cubicBezTo>
                  <a:lnTo>
                    <a:pt x="0" y="148660"/>
                  </a:lnTo>
                  <a:cubicBezTo>
                    <a:pt x="0" y="66557"/>
                    <a:pt x="66557" y="0"/>
                    <a:pt x="148660" y="0"/>
                  </a:cubicBezTo>
                  <a:close/>
                </a:path>
              </a:pathLst>
            </a:custGeom>
            <a:solidFill>
              <a:srgbClr val="F26B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 txBox="1"/>
            <p:nvPr/>
          </p:nvSpPr>
          <p:spPr>
            <a:xfrm>
              <a:off x="0" y="-38100"/>
              <a:ext cx="1467901" cy="349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4"/>
          <p:cNvGrpSpPr/>
          <p:nvPr/>
        </p:nvGrpSpPr>
        <p:grpSpPr>
          <a:xfrm>
            <a:off x="-1210440" y="1124443"/>
            <a:ext cx="12907836" cy="1977913"/>
            <a:chOff x="0" y="-38100"/>
            <a:chExt cx="3399595" cy="520932"/>
          </a:xfrm>
        </p:grpSpPr>
        <p:sp>
          <p:nvSpPr>
            <p:cNvPr id="196" name="Google Shape;196;p4"/>
            <p:cNvSpPr/>
            <p:nvPr/>
          </p:nvSpPr>
          <p:spPr>
            <a:xfrm>
              <a:off x="0" y="0"/>
              <a:ext cx="3399594" cy="482832"/>
            </a:xfrm>
            <a:custGeom>
              <a:rect b="b" l="l" r="r" t="t"/>
              <a:pathLst>
                <a:path extrusionOk="0" h="482832" w="3399594">
                  <a:moveTo>
                    <a:pt x="59978" y="0"/>
                  </a:moveTo>
                  <a:lnTo>
                    <a:pt x="3339616" y="0"/>
                  </a:lnTo>
                  <a:cubicBezTo>
                    <a:pt x="3355523" y="0"/>
                    <a:pt x="3370779" y="6319"/>
                    <a:pt x="3382027" y="17567"/>
                  </a:cubicBezTo>
                  <a:cubicBezTo>
                    <a:pt x="3393275" y="28815"/>
                    <a:pt x="3399594" y="44071"/>
                    <a:pt x="3399594" y="59978"/>
                  </a:cubicBezTo>
                  <a:lnTo>
                    <a:pt x="3399594" y="422853"/>
                  </a:lnTo>
                  <a:cubicBezTo>
                    <a:pt x="3399594" y="438761"/>
                    <a:pt x="3393275" y="454016"/>
                    <a:pt x="3382027" y="465264"/>
                  </a:cubicBezTo>
                  <a:cubicBezTo>
                    <a:pt x="3370779" y="476513"/>
                    <a:pt x="3355523" y="482832"/>
                    <a:pt x="3339616" y="482832"/>
                  </a:cubicBezTo>
                  <a:lnTo>
                    <a:pt x="59978" y="482832"/>
                  </a:lnTo>
                  <a:cubicBezTo>
                    <a:pt x="26853" y="482832"/>
                    <a:pt x="0" y="455978"/>
                    <a:pt x="0" y="422853"/>
                  </a:cubicBezTo>
                  <a:lnTo>
                    <a:pt x="0" y="59978"/>
                  </a:lnTo>
                  <a:cubicBezTo>
                    <a:pt x="0" y="44071"/>
                    <a:pt x="6319" y="28815"/>
                    <a:pt x="17567" y="17567"/>
                  </a:cubicBezTo>
                  <a:cubicBezTo>
                    <a:pt x="28815" y="6319"/>
                    <a:pt x="44071" y="0"/>
                    <a:pt x="59978" y="0"/>
                  </a:cubicBezTo>
                  <a:close/>
                </a:path>
              </a:pathLst>
            </a:custGeom>
            <a:solidFill>
              <a:srgbClr val="F26B0F"/>
            </a:solidFill>
            <a:ln cap="rnd" cmpd="sng" w="114300">
              <a:solidFill>
                <a:srgbClr val="0251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 txBox="1"/>
            <p:nvPr/>
          </p:nvSpPr>
          <p:spPr>
            <a:xfrm>
              <a:off x="0" y="-38100"/>
              <a:ext cx="3399595" cy="520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4"/>
          <p:cNvSpPr/>
          <p:nvPr/>
        </p:nvSpPr>
        <p:spPr>
          <a:xfrm rot="-1105363">
            <a:off x="14124370" y="-2234545"/>
            <a:ext cx="8327260" cy="6526490"/>
          </a:xfrm>
          <a:custGeom>
            <a:rect b="b" l="l" r="r" t="t"/>
            <a:pathLst>
              <a:path extrusionOk="0" h="6526490" w="8327260">
                <a:moveTo>
                  <a:pt x="0" y="0"/>
                </a:moveTo>
                <a:lnTo>
                  <a:pt x="8327260" y="0"/>
                </a:lnTo>
                <a:lnTo>
                  <a:pt x="8327260" y="6526490"/>
                </a:lnTo>
                <a:lnTo>
                  <a:pt x="0" y="652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4"/>
          <p:cNvSpPr/>
          <p:nvPr/>
        </p:nvSpPr>
        <p:spPr>
          <a:xfrm rot="-429469">
            <a:off x="-5851981" y="7917162"/>
            <a:ext cx="8793605" cy="6891988"/>
          </a:xfrm>
          <a:custGeom>
            <a:rect b="b" l="l" r="r" t="t"/>
            <a:pathLst>
              <a:path extrusionOk="0" h="6891988" w="8793605">
                <a:moveTo>
                  <a:pt x="0" y="0"/>
                </a:moveTo>
                <a:lnTo>
                  <a:pt x="8793605" y="0"/>
                </a:lnTo>
                <a:lnTo>
                  <a:pt x="8793605" y="6891988"/>
                </a:lnTo>
                <a:lnTo>
                  <a:pt x="0" y="6891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0" name="Google Shape;200;p4"/>
          <p:cNvGrpSpPr/>
          <p:nvPr/>
        </p:nvGrpSpPr>
        <p:grpSpPr>
          <a:xfrm>
            <a:off x="2024310" y="3770314"/>
            <a:ext cx="1719354" cy="1854525"/>
            <a:chOff x="0" y="-38100"/>
            <a:chExt cx="484627" cy="522727"/>
          </a:xfrm>
        </p:grpSpPr>
        <p:sp>
          <p:nvSpPr>
            <p:cNvPr id="201" name="Google Shape;201;p4"/>
            <p:cNvSpPr/>
            <p:nvPr/>
          </p:nvSpPr>
          <p:spPr>
            <a:xfrm>
              <a:off x="0" y="0"/>
              <a:ext cx="484627" cy="484627"/>
            </a:xfrm>
            <a:custGeom>
              <a:rect b="b" l="l" r="r" t="t"/>
              <a:pathLst>
                <a:path extrusionOk="0" h="484627" w="484627">
                  <a:moveTo>
                    <a:pt x="198123" y="0"/>
                  </a:moveTo>
                  <a:lnTo>
                    <a:pt x="286504" y="0"/>
                  </a:lnTo>
                  <a:cubicBezTo>
                    <a:pt x="395924" y="0"/>
                    <a:pt x="484627" y="88703"/>
                    <a:pt x="484627" y="198123"/>
                  </a:cubicBezTo>
                  <a:lnTo>
                    <a:pt x="484627" y="286504"/>
                  </a:lnTo>
                  <a:cubicBezTo>
                    <a:pt x="484627" y="395924"/>
                    <a:pt x="395924" y="484627"/>
                    <a:pt x="286504" y="484627"/>
                  </a:cubicBezTo>
                  <a:lnTo>
                    <a:pt x="198123" y="484627"/>
                  </a:lnTo>
                  <a:cubicBezTo>
                    <a:pt x="88703" y="484627"/>
                    <a:pt x="0" y="395924"/>
                    <a:pt x="0" y="286504"/>
                  </a:cubicBezTo>
                  <a:lnTo>
                    <a:pt x="0" y="198123"/>
                  </a:lnTo>
                  <a:cubicBezTo>
                    <a:pt x="0" y="88703"/>
                    <a:pt x="88703" y="0"/>
                    <a:pt x="198123" y="0"/>
                  </a:cubicBezTo>
                  <a:close/>
                </a:path>
              </a:pathLst>
            </a:custGeom>
            <a:solidFill>
              <a:srgbClr val="E3DE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 txBox="1"/>
            <p:nvPr/>
          </p:nvSpPr>
          <p:spPr>
            <a:xfrm>
              <a:off x="0" y="-38100"/>
              <a:ext cx="484627" cy="52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4"/>
          <p:cNvGrpSpPr/>
          <p:nvPr/>
        </p:nvGrpSpPr>
        <p:grpSpPr>
          <a:xfrm>
            <a:off x="9144000" y="3770314"/>
            <a:ext cx="1719354" cy="1854525"/>
            <a:chOff x="0" y="-38100"/>
            <a:chExt cx="484627" cy="522727"/>
          </a:xfrm>
        </p:grpSpPr>
        <p:sp>
          <p:nvSpPr>
            <p:cNvPr id="204" name="Google Shape;204;p4"/>
            <p:cNvSpPr/>
            <p:nvPr/>
          </p:nvSpPr>
          <p:spPr>
            <a:xfrm>
              <a:off x="0" y="0"/>
              <a:ext cx="484627" cy="484627"/>
            </a:xfrm>
            <a:custGeom>
              <a:rect b="b" l="l" r="r" t="t"/>
              <a:pathLst>
                <a:path extrusionOk="0" h="484627" w="484627">
                  <a:moveTo>
                    <a:pt x="198123" y="0"/>
                  </a:moveTo>
                  <a:lnTo>
                    <a:pt x="286504" y="0"/>
                  </a:lnTo>
                  <a:cubicBezTo>
                    <a:pt x="395924" y="0"/>
                    <a:pt x="484627" y="88703"/>
                    <a:pt x="484627" y="198123"/>
                  </a:cubicBezTo>
                  <a:lnTo>
                    <a:pt x="484627" y="286504"/>
                  </a:lnTo>
                  <a:cubicBezTo>
                    <a:pt x="484627" y="395924"/>
                    <a:pt x="395924" y="484627"/>
                    <a:pt x="286504" y="484627"/>
                  </a:cubicBezTo>
                  <a:lnTo>
                    <a:pt x="198123" y="484627"/>
                  </a:lnTo>
                  <a:cubicBezTo>
                    <a:pt x="88703" y="484627"/>
                    <a:pt x="0" y="395924"/>
                    <a:pt x="0" y="286504"/>
                  </a:cubicBezTo>
                  <a:lnTo>
                    <a:pt x="0" y="198123"/>
                  </a:lnTo>
                  <a:cubicBezTo>
                    <a:pt x="0" y="88703"/>
                    <a:pt x="88703" y="0"/>
                    <a:pt x="198123" y="0"/>
                  </a:cubicBezTo>
                  <a:close/>
                </a:path>
              </a:pathLst>
            </a:custGeom>
            <a:solidFill>
              <a:srgbClr val="E3DE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0" y="-38100"/>
              <a:ext cx="484627" cy="52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2024310" y="6457340"/>
            <a:ext cx="1719354" cy="1854525"/>
            <a:chOff x="0" y="-38100"/>
            <a:chExt cx="484627" cy="522727"/>
          </a:xfrm>
        </p:grpSpPr>
        <p:sp>
          <p:nvSpPr>
            <p:cNvPr id="207" name="Google Shape;207;p4"/>
            <p:cNvSpPr/>
            <p:nvPr/>
          </p:nvSpPr>
          <p:spPr>
            <a:xfrm>
              <a:off x="0" y="0"/>
              <a:ext cx="484627" cy="484627"/>
            </a:xfrm>
            <a:custGeom>
              <a:rect b="b" l="l" r="r" t="t"/>
              <a:pathLst>
                <a:path extrusionOk="0" h="484627" w="484627">
                  <a:moveTo>
                    <a:pt x="198123" y="0"/>
                  </a:moveTo>
                  <a:lnTo>
                    <a:pt x="286504" y="0"/>
                  </a:lnTo>
                  <a:cubicBezTo>
                    <a:pt x="395924" y="0"/>
                    <a:pt x="484627" y="88703"/>
                    <a:pt x="484627" y="198123"/>
                  </a:cubicBezTo>
                  <a:lnTo>
                    <a:pt x="484627" y="286504"/>
                  </a:lnTo>
                  <a:cubicBezTo>
                    <a:pt x="484627" y="395924"/>
                    <a:pt x="395924" y="484627"/>
                    <a:pt x="286504" y="484627"/>
                  </a:cubicBezTo>
                  <a:lnTo>
                    <a:pt x="198123" y="484627"/>
                  </a:lnTo>
                  <a:cubicBezTo>
                    <a:pt x="88703" y="484627"/>
                    <a:pt x="0" y="395924"/>
                    <a:pt x="0" y="286504"/>
                  </a:cubicBezTo>
                  <a:lnTo>
                    <a:pt x="0" y="198123"/>
                  </a:lnTo>
                  <a:cubicBezTo>
                    <a:pt x="0" y="88703"/>
                    <a:pt x="88703" y="0"/>
                    <a:pt x="198123" y="0"/>
                  </a:cubicBezTo>
                  <a:close/>
                </a:path>
              </a:pathLst>
            </a:custGeom>
            <a:solidFill>
              <a:srgbClr val="E3DE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0" y="-38100"/>
              <a:ext cx="484627" cy="52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4"/>
          <p:cNvSpPr txBox="1"/>
          <p:nvPr/>
        </p:nvSpPr>
        <p:spPr>
          <a:xfrm>
            <a:off x="1226561" y="1783709"/>
            <a:ext cx="10295688" cy="95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0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LIBRARY KOLEKSI DATA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2024310" y="4392734"/>
            <a:ext cx="1719354" cy="86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9144000" y="4392734"/>
            <a:ext cx="1719354" cy="86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2024310" y="7079760"/>
            <a:ext cx="1719354" cy="86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3743664" y="4557744"/>
            <a:ext cx="4408869" cy="4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7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REQUESTS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10862540" y="4557744"/>
            <a:ext cx="4408869" cy="4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7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PANDAS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3743664" y="7263359"/>
            <a:ext cx="4408869" cy="4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7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BEAUTIFULSOUP</a:t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15541604" y="5440518"/>
            <a:ext cx="1268571" cy="1313962"/>
          </a:xfrm>
          <a:custGeom>
            <a:rect b="b" l="l" r="r" t="t"/>
            <a:pathLst>
              <a:path extrusionOk="0" h="1313962" w="1268571">
                <a:moveTo>
                  <a:pt x="0" y="0"/>
                </a:moveTo>
                <a:lnTo>
                  <a:pt x="1268571" y="0"/>
                </a:lnTo>
                <a:lnTo>
                  <a:pt x="1268571" y="1313963"/>
                </a:lnTo>
                <a:lnTo>
                  <a:pt x="0" y="1313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7" name="Google Shape;217;p4"/>
          <p:cNvGrpSpPr/>
          <p:nvPr/>
        </p:nvGrpSpPr>
        <p:grpSpPr>
          <a:xfrm>
            <a:off x="12861774" y="2185730"/>
            <a:ext cx="509649" cy="509649"/>
            <a:chOff x="0" y="0"/>
            <a:chExt cx="812800" cy="812800"/>
          </a:xfrm>
        </p:grpSpPr>
        <p:sp>
          <p:nvSpPr>
            <p:cNvPr id="218" name="Google Shape;218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4"/>
          <p:cNvSpPr/>
          <p:nvPr/>
        </p:nvSpPr>
        <p:spPr>
          <a:xfrm>
            <a:off x="16810175" y="7396163"/>
            <a:ext cx="1743179" cy="4114800"/>
          </a:xfrm>
          <a:custGeom>
            <a:rect b="b" l="l" r="r" t="t"/>
            <a:pathLst>
              <a:path extrusionOk="0" h="4114800" w="1743179">
                <a:moveTo>
                  <a:pt x="0" y="0"/>
                </a:moveTo>
                <a:lnTo>
                  <a:pt x="1743179" y="0"/>
                </a:lnTo>
                <a:lnTo>
                  <a:pt x="17431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4"/>
          <p:cNvSpPr txBox="1"/>
          <p:nvPr/>
        </p:nvSpPr>
        <p:spPr>
          <a:xfrm>
            <a:off x="1428933" y="3213953"/>
            <a:ext cx="11877552" cy="523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Proses mengambil data dari website secara otomatis.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3833777" y="5343339"/>
            <a:ext cx="4318756" cy="792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2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Mengambil data dari internet atau website.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3833777" y="8027339"/>
            <a:ext cx="4318756" cy="792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2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Membaca dan mengekstrak data dari HTML.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10949079" y="5441812"/>
            <a:ext cx="4318756" cy="1184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2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Mengolah dan menyusun data menjadi tabel agar mudah dianalisis.</a:t>
            </a:r>
            <a:endParaRPr/>
          </a:p>
        </p:txBody>
      </p:sp>
      <p:grpSp>
        <p:nvGrpSpPr>
          <p:cNvPr id="225" name="Google Shape;225;p4"/>
          <p:cNvGrpSpPr/>
          <p:nvPr/>
        </p:nvGrpSpPr>
        <p:grpSpPr>
          <a:xfrm>
            <a:off x="9144000" y="6676970"/>
            <a:ext cx="6128223" cy="2010817"/>
            <a:chOff x="0" y="-57150"/>
            <a:chExt cx="1255455" cy="411945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1255455" cy="354795"/>
            </a:xfrm>
            <a:custGeom>
              <a:rect b="b" l="l" r="r" t="t"/>
              <a:pathLst>
                <a:path extrusionOk="0" h="354795" w="1255455">
                  <a:moveTo>
                    <a:pt x="50533" y="0"/>
                  </a:moveTo>
                  <a:lnTo>
                    <a:pt x="1204923" y="0"/>
                  </a:lnTo>
                  <a:cubicBezTo>
                    <a:pt x="1218325" y="0"/>
                    <a:pt x="1231178" y="5324"/>
                    <a:pt x="1240655" y="14801"/>
                  </a:cubicBezTo>
                  <a:cubicBezTo>
                    <a:pt x="1250131" y="24277"/>
                    <a:pt x="1255455" y="37131"/>
                    <a:pt x="1255455" y="50533"/>
                  </a:cubicBezTo>
                  <a:lnTo>
                    <a:pt x="1255455" y="304262"/>
                  </a:lnTo>
                  <a:cubicBezTo>
                    <a:pt x="1255455" y="332171"/>
                    <a:pt x="1232831" y="354795"/>
                    <a:pt x="1204923" y="354795"/>
                  </a:cubicBezTo>
                  <a:lnTo>
                    <a:pt x="50533" y="354795"/>
                  </a:lnTo>
                  <a:cubicBezTo>
                    <a:pt x="22624" y="354795"/>
                    <a:pt x="0" y="332171"/>
                    <a:pt x="0" y="304262"/>
                  </a:cubicBezTo>
                  <a:lnTo>
                    <a:pt x="0" y="50533"/>
                  </a:lnTo>
                  <a:cubicBezTo>
                    <a:pt x="0" y="22624"/>
                    <a:pt x="22624" y="0"/>
                    <a:pt x="50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4"/>
            <p:cNvSpPr txBox="1"/>
            <p:nvPr/>
          </p:nvSpPr>
          <p:spPr>
            <a:xfrm>
              <a:off x="0" y="-57150"/>
              <a:ext cx="1255455" cy="411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4"/>
          <p:cNvSpPr txBox="1"/>
          <p:nvPr/>
        </p:nvSpPr>
        <p:spPr>
          <a:xfrm>
            <a:off x="9368851" y="7142112"/>
            <a:ext cx="5678520" cy="1172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 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 requests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bs4 import BeautifulSoup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515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5"/>
          <p:cNvGrpSpPr/>
          <p:nvPr/>
        </p:nvGrpSpPr>
        <p:grpSpPr>
          <a:xfrm>
            <a:off x="549363" y="387844"/>
            <a:ext cx="17189274" cy="9366651"/>
            <a:chOff x="0" y="-38100"/>
            <a:chExt cx="4527216" cy="2466937"/>
          </a:xfrm>
        </p:grpSpPr>
        <p:sp>
          <p:nvSpPr>
            <p:cNvPr id="234" name="Google Shape;234;p5"/>
            <p:cNvSpPr/>
            <p:nvPr/>
          </p:nvSpPr>
          <p:spPr>
            <a:xfrm>
              <a:off x="0" y="0"/>
              <a:ext cx="4527216" cy="2428837"/>
            </a:xfrm>
            <a:custGeom>
              <a:rect b="b" l="l" r="r" t="t"/>
              <a:pathLst>
                <a:path extrusionOk="0" h="2428837" w="4527216">
                  <a:moveTo>
                    <a:pt x="27924" y="0"/>
                  </a:moveTo>
                  <a:lnTo>
                    <a:pt x="4499292" y="0"/>
                  </a:lnTo>
                  <a:cubicBezTo>
                    <a:pt x="4506698" y="0"/>
                    <a:pt x="4513800" y="2942"/>
                    <a:pt x="4519037" y="8179"/>
                  </a:cubicBezTo>
                  <a:cubicBezTo>
                    <a:pt x="4524274" y="13416"/>
                    <a:pt x="4527216" y="20518"/>
                    <a:pt x="4527216" y="27924"/>
                  </a:cubicBezTo>
                  <a:lnTo>
                    <a:pt x="4527216" y="2400913"/>
                  </a:lnTo>
                  <a:cubicBezTo>
                    <a:pt x="4527216" y="2408319"/>
                    <a:pt x="4524274" y="2415421"/>
                    <a:pt x="4519037" y="2420658"/>
                  </a:cubicBezTo>
                  <a:cubicBezTo>
                    <a:pt x="4513800" y="2425895"/>
                    <a:pt x="4506698" y="2428837"/>
                    <a:pt x="4499292" y="2428837"/>
                  </a:cubicBezTo>
                  <a:lnTo>
                    <a:pt x="27924" y="2428837"/>
                  </a:lnTo>
                  <a:cubicBezTo>
                    <a:pt x="20518" y="2428837"/>
                    <a:pt x="13416" y="2425895"/>
                    <a:pt x="8179" y="2420658"/>
                  </a:cubicBezTo>
                  <a:cubicBezTo>
                    <a:pt x="2942" y="2415421"/>
                    <a:pt x="0" y="2408319"/>
                    <a:pt x="0" y="2400913"/>
                  </a:cubicBezTo>
                  <a:lnTo>
                    <a:pt x="0" y="27924"/>
                  </a:lnTo>
                  <a:cubicBezTo>
                    <a:pt x="0" y="20518"/>
                    <a:pt x="2942" y="13416"/>
                    <a:pt x="8179" y="8179"/>
                  </a:cubicBezTo>
                  <a:cubicBezTo>
                    <a:pt x="13416" y="2942"/>
                    <a:pt x="20518" y="0"/>
                    <a:pt x="27924" y="0"/>
                  </a:cubicBezTo>
                  <a:close/>
                </a:path>
              </a:pathLst>
            </a:custGeom>
            <a:solidFill>
              <a:srgbClr val="FCF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 txBox="1"/>
            <p:nvPr/>
          </p:nvSpPr>
          <p:spPr>
            <a:xfrm>
              <a:off x="0" y="-38100"/>
              <a:ext cx="4527216" cy="246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5"/>
          <p:cNvSpPr/>
          <p:nvPr/>
        </p:nvSpPr>
        <p:spPr>
          <a:xfrm>
            <a:off x="549363" y="5735139"/>
            <a:ext cx="17189274" cy="3930797"/>
          </a:xfrm>
          <a:custGeom>
            <a:rect b="b" l="l" r="r" t="t"/>
            <a:pathLst>
              <a:path extrusionOk="0" h="3930797" w="17189274">
                <a:moveTo>
                  <a:pt x="0" y="0"/>
                </a:moveTo>
                <a:lnTo>
                  <a:pt x="17189274" y="0"/>
                </a:lnTo>
                <a:lnTo>
                  <a:pt x="17189274" y="3930797"/>
                </a:lnTo>
                <a:lnTo>
                  <a:pt x="0" y="393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117557" l="0" r="0" t="0"/>
            </a:stretch>
          </a:blipFill>
          <a:ln>
            <a:noFill/>
          </a:ln>
        </p:spPr>
      </p:sp>
      <p:grpSp>
        <p:nvGrpSpPr>
          <p:cNvPr id="237" name="Google Shape;237;p5"/>
          <p:cNvGrpSpPr/>
          <p:nvPr/>
        </p:nvGrpSpPr>
        <p:grpSpPr>
          <a:xfrm>
            <a:off x="-1210440" y="1124443"/>
            <a:ext cx="11083606" cy="1977913"/>
            <a:chOff x="0" y="-38100"/>
            <a:chExt cx="2919139" cy="520932"/>
          </a:xfrm>
        </p:grpSpPr>
        <p:sp>
          <p:nvSpPr>
            <p:cNvPr id="238" name="Google Shape;238;p5"/>
            <p:cNvSpPr/>
            <p:nvPr/>
          </p:nvSpPr>
          <p:spPr>
            <a:xfrm>
              <a:off x="0" y="0"/>
              <a:ext cx="2919139" cy="482832"/>
            </a:xfrm>
            <a:custGeom>
              <a:rect b="b" l="l" r="r" t="t"/>
              <a:pathLst>
                <a:path extrusionOk="0" h="482832" w="2919139">
                  <a:moveTo>
                    <a:pt x="69850" y="0"/>
                  </a:moveTo>
                  <a:lnTo>
                    <a:pt x="2849289" y="0"/>
                  </a:lnTo>
                  <a:cubicBezTo>
                    <a:pt x="2867814" y="0"/>
                    <a:pt x="2885581" y="7359"/>
                    <a:pt x="2898680" y="20459"/>
                  </a:cubicBezTo>
                  <a:cubicBezTo>
                    <a:pt x="2911780" y="33558"/>
                    <a:pt x="2919139" y="51325"/>
                    <a:pt x="2919139" y="69850"/>
                  </a:cubicBezTo>
                  <a:lnTo>
                    <a:pt x="2919139" y="412982"/>
                  </a:lnTo>
                  <a:cubicBezTo>
                    <a:pt x="2919139" y="431507"/>
                    <a:pt x="2911780" y="449274"/>
                    <a:pt x="2898680" y="462373"/>
                  </a:cubicBezTo>
                  <a:cubicBezTo>
                    <a:pt x="2885581" y="475473"/>
                    <a:pt x="2867814" y="482832"/>
                    <a:pt x="2849289" y="482832"/>
                  </a:cubicBezTo>
                  <a:lnTo>
                    <a:pt x="69850" y="482832"/>
                  </a:lnTo>
                  <a:cubicBezTo>
                    <a:pt x="31273" y="482832"/>
                    <a:pt x="0" y="451559"/>
                    <a:pt x="0" y="412982"/>
                  </a:cubicBez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close/>
                </a:path>
              </a:pathLst>
            </a:custGeom>
            <a:solidFill>
              <a:srgbClr val="F26B0F"/>
            </a:solidFill>
            <a:ln cap="rnd" cmpd="sng" w="114300">
              <a:solidFill>
                <a:srgbClr val="0251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0" y="-38100"/>
              <a:ext cx="2919139" cy="520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5"/>
          <p:cNvSpPr/>
          <p:nvPr/>
        </p:nvSpPr>
        <p:spPr>
          <a:xfrm rot="-1105363">
            <a:off x="14189308" y="-2531563"/>
            <a:ext cx="8327260" cy="6526490"/>
          </a:xfrm>
          <a:custGeom>
            <a:rect b="b" l="l" r="r" t="t"/>
            <a:pathLst>
              <a:path extrusionOk="0" h="6526490" w="8327260">
                <a:moveTo>
                  <a:pt x="0" y="0"/>
                </a:moveTo>
                <a:lnTo>
                  <a:pt x="8327260" y="0"/>
                </a:lnTo>
                <a:lnTo>
                  <a:pt x="8327260" y="6526489"/>
                </a:lnTo>
                <a:lnTo>
                  <a:pt x="0" y="6526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5"/>
          <p:cNvSpPr/>
          <p:nvPr/>
        </p:nvSpPr>
        <p:spPr>
          <a:xfrm rot="-1129923">
            <a:off x="-5607242" y="8064969"/>
            <a:ext cx="8793605" cy="6891988"/>
          </a:xfrm>
          <a:custGeom>
            <a:rect b="b" l="l" r="r" t="t"/>
            <a:pathLst>
              <a:path extrusionOk="0" h="6891988" w="8793605">
                <a:moveTo>
                  <a:pt x="0" y="0"/>
                </a:moveTo>
                <a:lnTo>
                  <a:pt x="8793605" y="0"/>
                </a:lnTo>
                <a:lnTo>
                  <a:pt x="8793605" y="6891988"/>
                </a:lnTo>
                <a:lnTo>
                  <a:pt x="0" y="6891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5"/>
          <p:cNvSpPr/>
          <p:nvPr/>
        </p:nvSpPr>
        <p:spPr>
          <a:xfrm>
            <a:off x="15315247" y="5176069"/>
            <a:ext cx="1268571" cy="1313962"/>
          </a:xfrm>
          <a:custGeom>
            <a:rect b="b" l="l" r="r" t="t"/>
            <a:pathLst>
              <a:path extrusionOk="0" h="1313962" w="1268571">
                <a:moveTo>
                  <a:pt x="0" y="0"/>
                </a:moveTo>
                <a:lnTo>
                  <a:pt x="1268571" y="0"/>
                </a:lnTo>
                <a:lnTo>
                  <a:pt x="1268571" y="1313962"/>
                </a:lnTo>
                <a:lnTo>
                  <a:pt x="0" y="1313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3" name="Google Shape;243;p5"/>
          <p:cNvGrpSpPr/>
          <p:nvPr/>
        </p:nvGrpSpPr>
        <p:grpSpPr>
          <a:xfrm>
            <a:off x="12085689" y="1930905"/>
            <a:ext cx="509649" cy="509649"/>
            <a:chOff x="0" y="0"/>
            <a:chExt cx="812800" cy="812800"/>
          </a:xfrm>
        </p:grpSpPr>
        <p:sp>
          <p:nvSpPr>
            <p:cNvPr id="244" name="Google Shape;244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5"/>
          <p:cNvSpPr/>
          <p:nvPr/>
        </p:nvSpPr>
        <p:spPr>
          <a:xfrm>
            <a:off x="16544821" y="7200900"/>
            <a:ext cx="1743179" cy="4114800"/>
          </a:xfrm>
          <a:custGeom>
            <a:rect b="b" l="l" r="r" t="t"/>
            <a:pathLst>
              <a:path extrusionOk="0" h="4114800" w="1743179">
                <a:moveTo>
                  <a:pt x="0" y="0"/>
                </a:moveTo>
                <a:lnTo>
                  <a:pt x="1743179" y="0"/>
                </a:lnTo>
                <a:lnTo>
                  <a:pt x="17431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5"/>
          <p:cNvSpPr/>
          <p:nvPr/>
        </p:nvSpPr>
        <p:spPr>
          <a:xfrm>
            <a:off x="1259194" y="6068506"/>
            <a:ext cx="6457949" cy="1867061"/>
          </a:xfrm>
          <a:custGeom>
            <a:rect b="b" l="l" r="r" t="t"/>
            <a:pathLst>
              <a:path extrusionOk="0" h="1867061" w="6457949">
                <a:moveTo>
                  <a:pt x="0" y="0"/>
                </a:moveTo>
                <a:lnTo>
                  <a:pt x="6457949" y="0"/>
                </a:lnTo>
                <a:lnTo>
                  <a:pt x="6457949" y="1867061"/>
                </a:lnTo>
                <a:lnTo>
                  <a:pt x="0" y="1867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33446" r="-35268" t="-428123"/>
            </a:stretch>
          </a:blipFill>
          <a:ln>
            <a:noFill/>
          </a:ln>
        </p:spPr>
      </p:sp>
      <p:sp>
        <p:nvSpPr>
          <p:cNvPr id="248" name="Google Shape;248;p5"/>
          <p:cNvSpPr txBox="1"/>
          <p:nvPr/>
        </p:nvSpPr>
        <p:spPr>
          <a:xfrm>
            <a:off x="1028700" y="1837175"/>
            <a:ext cx="8597267" cy="8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0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CONTOH WEB SCRAPING</a:t>
            </a:r>
            <a:endParaRPr/>
          </a:p>
        </p:txBody>
      </p:sp>
      <p:sp>
        <p:nvSpPr>
          <p:cNvPr id="249" name="Google Shape;249;p5"/>
          <p:cNvSpPr txBox="1"/>
          <p:nvPr/>
        </p:nvSpPr>
        <p:spPr>
          <a:xfrm>
            <a:off x="1259194" y="4053023"/>
            <a:ext cx="12488204" cy="1682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url = "https://example.com"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response = requests.get(url)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soup = BeautifulSoup(response.text, 'html.parser')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print(soup.title.text)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515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6"/>
          <p:cNvGrpSpPr/>
          <p:nvPr/>
        </p:nvGrpSpPr>
        <p:grpSpPr>
          <a:xfrm>
            <a:off x="624036" y="387844"/>
            <a:ext cx="17189274" cy="9366651"/>
            <a:chOff x="0" y="-38100"/>
            <a:chExt cx="4527216" cy="2466937"/>
          </a:xfrm>
        </p:grpSpPr>
        <p:sp>
          <p:nvSpPr>
            <p:cNvPr id="255" name="Google Shape;255;p6"/>
            <p:cNvSpPr/>
            <p:nvPr/>
          </p:nvSpPr>
          <p:spPr>
            <a:xfrm>
              <a:off x="0" y="0"/>
              <a:ext cx="4527216" cy="2428837"/>
            </a:xfrm>
            <a:custGeom>
              <a:rect b="b" l="l" r="r" t="t"/>
              <a:pathLst>
                <a:path extrusionOk="0" h="2428837" w="4527216">
                  <a:moveTo>
                    <a:pt x="27924" y="0"/>
                  </a:moveTo>
                  <a:lnTo>
                    <a:pt x="4499292" y="0"/>
                  </a:lnTo>
                  <a:cubicBezTo>
                    <a:pt x="4506698" y="0"/>
                    <a:pt x="4513800" y="2942"/>
                    <a:pt x="4519037" y="8179"/>
                  </a:cubicBezTo>
                  <a:cubicBezTo>
                    <a:pt x="4524274" y="13416"/>
                    <a:pt x="4527216" y="20518"/>
                    <a:pt x="4527216" y="27924"/>
                  </a:cubicBezTo>
                  <a:lnTo>
                    <a:pt x="4527216" y="2400913"/>
                  </a:lnTo>
                  <a:cubicBezTo>
                    <a:pt x="4527216" y="2408319"/>
                    <a:pt x="4524274" y="2415421"/>
                    <a:pt x="4519037" y="2420658"/>
                  </a:cubicBezTo>
                  <a:cubicBezTo>
                    <a:pt x="4513800" y="2425895"/>
                    <a:pt x="4506698" y="2428837"/>
                    <a:pt x="4499292" y="2428837"/>
                  </a:cubicBezTo>
                  <a:lnTo>
                    <a:pt x="27924" y="2428837"/>
                  </a:lnTo>
                  <a:cubicBezTo>
                    <a:pt x="20518" y="2428837"/>
                    <a:pt x="13416" y="2425895"/>
                    <a:pt x="8179" y="2420658"/>
                  </a:cubicBezTo>
                  <a:cubicBezTo>
                    <a:pt x="2942" y="2415421"/>
                    <a:pt x="0" y="2408319"/>
                    <a:pt x="0" y="2400913"/>
                  </a:cubicBezTo>
                  <a:lnTo>
                    <a:pt x="0" y="27924"/>
                  </a:lnTo>
                  <a:cubicBezTo>
                    <a:pt x="0" y="20518"/>
                    <a:pt x="2942" y="13416"/>
                    <a:pt x="8179" y="8179"/>
                  </a:cubicBezTo>
                  <a:cubicBezTo>
                    <a:pt x="13416" y="2942"/>
                    <a:pt x="20518" y="0"/>
                    <a:pt x="27924" y="0"/>
                  </a:cubicBezTo>
                  <a:close/>
                </a:path>
              </a:pathLst>
            </a:custGeom>
            <a:solidFill>
              <a:srgbClr val="FCF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0" y="-38100"/>
              <a:ext cx="4527216" cy="246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6"/>
          <p:cNvSpPr/>
          <p:nvPr/>
        </p:nvSpPr>
        <p:spPr>
          <a:xfrm>
            <a:off x="549363" y="5735139"/>
            <a:ext cx="17189274" cy="3930797"/>
          </a:xfrm>
          <a:custGeom>
            <a:rect b="b" l="l" r="r" t="t"/>
            <a:pathLst>
              <a:path extrusionOk="0" h="3930797" w="17189274">
                <a:moveTo>
                  <a:pt x="0" y="0"/>
                </a:moveTo>
                <a:lnTo>
                  <a:pt x="17189274" y="0"/>
                </a:lnTo>
                <a:lnTo>
                  <a:pt x="17189274" y="3930797"/>
                </a:lnTo>
                <a:lnTo>
                  <a:pt x="0" y="393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117557" l="0" r="0" t="0"/>
            </a:stretch>
          </a:blipFill>
          <a:ln>
            <a:noFill/>
          </a:ln>
        </p:spPr>
      </p:sp>
      <p:grpSp>
        <p:nvGrpSpPr>
          <p:cNvPr id="258" name="Google Shape;258;p6"/>
          <p:cNvGrpSpPr/>
          <p:nvPr/>
        </p:nvGrpSpPr>
        <p:grpSpPr>
          <a:xfrm>
            <a:off x="-1210440" y="1124443"/>
            <a:ext cx="11443342" cy="1977913"/>
            <a:chOff x="0" y="-38100"/>
            <a:chExt cx="3013884" cy="520932"/>
          </a:xfrm>
        </p:grpSpPr>
        <p:sp>
          <p:nvSpPr>
            <p:cNvPr id="259" name="Google Shape;259;p6"/>
            <p:cNvSpPr/>
            <p:nvPr/>
          </p:nvSpPr>
          <p:spPr>
            <a:xfrm>
              <a:off x="0" y="0"/>
              <a:ext cx="3013884" cy="482832"/>
            </a:xfrm>
            <a:custGeom>
              <a:rect b="b" l="l" r="r" t="t"/>
              <a:pathLst>
                <a:path extrusionOk="0" h="482832" w="3013884">
                  <a:moveTo>
                    <a:pt x="67654" y="0"/>
                  </a:moveTo>
                  <a:lnTo>
                    <a:pt x="2946230" y="0"/>
                  </a:lnTo>
                  <a:cubicBezTo>
                    <a:pt x="2983594" y="0"/>
                    <a:pt x="3013884" y="30290"/>
                    <a:pt x="3013884" y="67654"/>
                  </a:cubicBezTo>
                  <a:lnTo>
                    <a:pt x="3013884" y="415177"/>
                  </a:lnTo>
                  <a:cubicBezTo>
                    <a:pt x="3013884" y="433120"/>
                    <a:pt x="3006756" y="450329"/>
                    <a:pt x="2994069" y="463016"/>
                  </a:cubicBezTo>
                  <a:cubicBezTo>
                    <a:pt x="2981381" y="475704"/>
                    <a:pt x="2964173" y="482832"/>
                    <a:pt x="2946230" y="482832"/>
                  </a:cubicBezTo>
                  <a:lnTo>
                    <a:pt x="67654" y="482832"/>
                  </a:lnTo>
                  <a:cubicBezTo>
                    <a:pt x="49711" y="482832"/>
                    <a:pt x="32503" y="475704"/>
                    <a:pt x="19816" y="463016"/>
                  </a:cubicBezTo>
                  <a:cubicBezTo>
                    <a:pt x="7128" y="450329"/>
                    <a:pt x="0" y="433120"/>
                    <a:pt x="0" y="415177"/>
                  </a:cubicBezTo>
                  <a:lnTo>
                    <a:pt x="0" y="67654"/>
                  </a:lnTo>
                  <a:cubicBezTo>
                    <a:pt x="0" y="49711"/>
                    <a:pt x="7128" y="32503"/>
                    <a:pt x="19816" y="19816"/>
                  </a:cubicBezTo>
                  <a:cubicBezTo>
                    <a:pt x="32503" y="7128"/>
                    <a:pt x="49711" y="0"/>
                    <a:pt x="67654" y="0"/>
                  </a:cubicBezTo>
                  <a:close/>
                </a:path>
              </a:pathLst>
            </a:custGeom>
            <a:solidFill>
              <a:srgbClr val="F26B0F"/>
            </a:solidFill>
            <a:ln cap="rnd" cmpd="sng" w="114300">
              <a:solidFill>
                <a:srgbClr val="0251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6"/>
            <p:cNvSpPr txBox="1"/>
            <p:nvPr/>
          </p:nvSpPr>
          <p:spPr>
            <a:xfrm>
              <a:off x="0" y="-38100"/>
              <a:ext cx="3013884" cy="520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6"/>
          <p:cNvSpPr/>
          <p:nvPr/>
        </p:nvSpPr>
        <p:spPr>
          <a:xfrm rot="-1105363">
            <a:off x="14124370" y="-2234545"/>
            <a:ext cx="8327260" cy="6526490"/>
          </a:xfrm>
          <a:custGeom>
            <a:rect b="b" l="l" r="r" t="t"/>
            <a:pathLst>
              <a:path extrusionOk="0" h="6526490" w="8327260">
                <a:moveTo>
                  <a:pt x="0" y="0"/>
                </a:moveTo>
                <a:lnTo>
                  <a:pt x="8327260" y="0"/>
                </a:lnTo>
                <a:lnTo>
                  <a:pt x="8327260" y="6526490"/>
                </a:lnTo>
                <a:lnTo>
                  <a:pt x="0" y="652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6"/>
          <p:cNvSpPr/>
          <p:nvPr/>
        </p:nvSpPr>
        <p:spPr>
          <a:xfrm rot="-1371060">
            <a:off x="-5275507" y="8669949"/>
            <a:ext cx="8793605" cy="6891988"/>
          </a:xfrm>
          <a:custGeom>
            <a:rect b="b" l="l" r="r" t="t"/>
            <a:pathLst>
              <a:path extrusionOk="0" h="6891988" w="8793605">
                <a:moveTo>
                  <a:pt x="0" y="0"/>
                </a:moveTo>
                <a:lnTo>
                  <a:pt x="8793605" y="0"/>
                </a:lnTo>
                <a:lnTo>
                  <a:pt x="8793605" y="6891988"/>
                </a:lnTo>
                <a:lnTo>
                  <a:pt x="0" y="6891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6"/>
          <p:cNvSpPr txBox="1"/>
          <p:nvPr/>
        </p:nvSpPr>
        <p:spPr>
          <a:xfrm>
            <a:off x="1028700" y="1731069"/>
            <a:ext cx="8615827" cy="1049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0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VISUALISASI DATA</a:t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15122177" y="5440518"/>
            <a:ext cx="1268571" cy="1313962"/>
          </a:xfrm>
          <a:custGeom>
            <a:rect b="b" l="l" r="r" t="t"/>
            <a:pathLst>
              <a:path extrusionOk="0" h="1313962" w="1268571">
                <a:moveTo>
                  <a:pt x="0" y="0"/>
                </a:moveTo>
                <a:lnTo>
                  <a:pt x="1268571" y="0"/>
                </a:lnTo>
                <a:lnTo>
                  <a:pt x="1268571" y="1313963"/>
                </a:lnTo>
                <a:lnTo>
                  <a:pt x="0" y="1313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5" name="Google Shape;265;p6"/>
          <p:cNvGrpSpPr/>
          <p:nvPr/>
        </p:nvGrpSpPr>
        <p:grpSpPr>
          <a:xfrm>
            <a:off x="12480476" y="2185730"/>
            <a:ext cx="509649" cy="509649"/>
            <a:chOff x="0" y="0"/>
            <a:chExt cx="812800" cy="812800"/>
          </a:xfrm>
        </p:grpSpPr>
        <p:sp>
          <p:nvSpPr>
            <p:cNvPr id="266" name="Google Shape;266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6"/>
          <p:cNvSpPr/>
          <p:nvPr/>
        </p:nvSpPr>
        <p:spPr>
          <a:xfrm>
            <a:off x="16810175" y="7396163"/>
            <a:ext cx="1743179" cy="4114800"/>
          </a:xfrm>
          <a:custGeom>
            <a:rect b="b" l="l" r="r" t="t"/>
            <a:pathLst>
              <a:path extrusionOk="0" h="4114800" w="1743179">
                <a:moveTo>
                  <a:pt x="0" y="0"/>
                </a:moveTo>
                <a:lnTo>
                  <a:pt x="1743179" y="0"/>
                </a:lnTo>
                <a:lnTo>
                  <a:pt x="17431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6"/>
          <p:cNvSpPr txBox="1"/>
          <p:nvPr/>
        </p:nvSpPr>
        <p:spPr>
          <a:xfrm>
            <a:off x="3205224" y="5612720"/>
            <a:ext cx="8615827" cy="3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7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CONTOH:</a:t>
            </a:r>
            <a:endParaRPr/>
          </a:p>
        </p:txBody>
      </p:sp>
      <p:grpSp>
        <p:nvGrpSpPr>
          <p:cNvPr id="270" name="Google Shape;270;p6"/>
          <p:cNvGrpSpPr/>
          <p:nvPr/>
        </p:nvGrpSpPr>
        <p:grpSpPr>
          <a:xfrm>
            <a:off x="1566248" y="3981000"/>
            <a:ext cx="1409118" cy="1409118"/>
            <a:chOff x="0" y="0"/>
            <a:chExt cx="812800" cy="812800"/>
          </a:xfrm>
        </p:grpSpPr>
        <p:sp>
          <p:nvSpPr>
            <p:cNvPr id="271" name="Google Shape;271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26B0F"/>
            </a:solidFill>
            <a:ln cap="rnd" cmpd="sng" w="95250">
              <a:solidFill>
                <a:srgbClr val="0251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6"/>
          <p:cNvSpPr/>
          <p:nvPr/>
        </p:nvSpPr>
        <p:spPr>
          <a:xfrm>
            <a:off x="1945891" y="4330459"/>
            <a:ext cx="649832" cy="710199"/>
          </a:xfrm>
          <a:custGeom>
            <a:rect b="b" l="l" r="r" t="t"/>
            <a:pathLst>
              <a:path extrusionOk="0" h="710199" w="649832">
                <a:moveTo>
                  <a:pt x="0" y="0"/>
                </a:moveTo>
                <a:lnTo>
                  <a:pt x="649832" y="0"/>
                </a:lnTo>
                <a:lnTo>
                  <a:pt x="649832" y="710199"/>
                </a:lnTo>
                <a:lnTo>
                  <a:pt x="0" y="71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6"/>
          <p:cNvSpPr txBox="1"/>
          <p:nvPr/>
        </p:nvSpPr>
        <p:spPr>
          <a:xfrm>
            <a:off x="3244625" y="4131367"/>
            <a:ext cx="11877552" cy="104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Visualisasi data adalah penyajian data dalam bentuk grafik/diagram agar mudah dipahami.</a:t>
            </a:r>
            <a:endParaRPr/>
          </a:p>
        </p:txBody>
      </p:sp>
      <p:sp>
        <p:nvSpPr>
          <p:cNvPr id="275" name="Google Shape;275;p6"/>
          <p:cNvSpPr txBox="1"/>
          <p:nvPr/>
        </p:nvSpPr>
        <p:spPr>
          <a:xfrm>
            <a:off x="3205224" y="6118499"/>
            <a:ext cx="1187755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999"/>
              <a:buFont typeface="Poppins"/>
              <a:buAutoNum type="arabicPeriod"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Diagram batang</a:t>
            </a:r>
            <a:endParaRPr/>
          </a:p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999"/>
              <a:buFont typeface="Poppins"/>
              <a:buAutoNum type="arabicPeriod"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Diagram garis</a:t>
            </a:r>
            <a:endParaRPr/>
          </a:p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999"/>
              <a:buFont typeface="Poppins"/>
              <a:buAutoNum type="arabicPeriod"/>
            </a:pPr>
            <a:r>
              <a:rPr b="0" i="0" lang="en-US" sz="2999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Diagram lingkaran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5152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7"/>
          <p:cNvGrpSpPr/>
          <p:nvPr/>
        </p:nvGrpSpPr>
        <p:grpSpPr>
          <a:xfrm>
            <a:off x="549363" y="387844"/>
            <a:ext cx="17189274" cy="9366651"/>
            <a:chOff x="0" y="-38100"/>
            <a:chExt cx="4527216" cy="2466937"/>
          </a:xfrm>
        </p:grpSpPr>
        <p:sp>
          <p:nvSpPr>
            <p:cNvPr id="281" name="Google Shape;281;p7"/>
            <p:cNvSpPr/>
            <p:nvPr/>
          </p:nvSpPr>
          <p:spPr>
            <a:xfrm>
              <a:off x="0" y="0"/>
              <a:ext cx="4527216" cy="2428837"/>
            </a:xfrm>
            <a:custGeom>
              <a:rect b="b" l="l" r="r" t="t"/>
              <a:pathLst>
                <a:path extrusionOk="0" h="2428837" w="4527216">
                  <a:moveTo>
                    <a:pt x="27924" y="0"/>
                  </a:moveTo>
                  <a:lnTo>
                    <a:pt x="4499292" y="0"/>
                  </a:lnTo>
                  <a:cubicBezTo>
                    <a:pt x="4506698" y="0"/>
                    <a:pt x="4513800" y="2942"/>
                    <a:pt x="4519037" y="8179"/>
                  </a:cubicBezTo>
                  <a:cubicBezTo>
                    <a:pt x="4524274" y="13416"/>
                    <a:pt x="4527216" y="20518"/>
                    <a:pt x="4527216" y="27924"/>
                  </a:cubicBezTo>
                  <a:lnTo>
                    <a:pt x="4527216" y="2400913"/>
                  </a:lnTo>
                  <a:cubicBezTo>
                    <a:pt x="4527216" y="2408319"/>
                    <a:pt x="4524274" y="2415421"/>
                    <a:pt x="4519037" y="2420658"/>
                  </a:cubicBezTo>
                  <a:cubicBezTo>
                    <a:pt x="4513800" y="2425895"/>
                    <a:pt x="4506698" y="2428837"/>
                    <a:pt x="4499292" y="2428837"/>
                  </a:cubicBezTo>
                  <a:lnTo>
                    <a:pt x="27924" y="2428837"/>
                  </a:lnTo>
                  <a:cubicBezTo>
                    <a:pt x="20518" y="2428837"/>
                    <a:pt x="13416" y="2425895"/>
                    <a:pt x="8179" y="2420658"/>
                  </a:cubicBezTo>
                  <a:cubicBezTo>
                    <a:pt x="2942" y="2415421"/>
                    <a:pt x="0" y="2408319"/>
                    <a:pt x="0" y="2400913"/>
                  </a:cubicBezTo>
                  <a:lnTo>
                    <a:pt x="0" y="27924"/>
                  </a:lnTo>
                  <a:cubicBezTo>
                    <a:pt x="0" y="20518"/>
                    <a:pt x="2942" y="13416"/>
                    <a:pt x="8179" y="8179"/>
                  </a:cubicBezTo>
                  <a:cubicBezTo>
                    <a:pt x="13416" y="2942"/>
                    <a:pt x="20518" y="0"/>
                    <a:pt x="27924" y="0"/>
                  </a:cubicBezTo>
                  <a:close/>
                </a:path>
              </a:pathLst>
            </a:custGeom>
            <a:solidFill>
              <a:srgbClr val="FCF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7"/>
            <p:cNvSpPr txBox="1"/>
            <p:nvPr/>
          </p:nvSpPr>
          <p:spPr>
            <a:xfrm>
              <a:off x="0" y="-38100"/>
              <a:ext cx="4527216" cy="246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7"/>
          <p:cNvSpPr/>
          <p:nvPr/>
        </p:nvSpPr>
        <p:spPr>
          <a:xfrm>
            <a:off x="549363" y="5735139"/>
            <a:ext cx="17189274" cy="3930797"/>
          </a:xfrm>
          <a:custGeom>
            <a:rect b="b" l="l" r="r" t="t"/>
            <a:pathLst>
              <a:path extrusionOk="0" h="3930797" w="17189274">
                <a:moveTo>
                  <a:pt x="0" y="0"/>
                </a:moveTo>
                <a:lnTo>
                  <a:pt x="17189274" y="0"/>
                </a:lnTo>
                <a:lnTo>
                  <a:pt x="17189274" y="3930797"/>
                </a:lnTo>
                <a:lnTo>
                  <a:pt x="0" y="393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117557" l="0" r="0" t="0"/>
            </a:stretch>
          </a:blipFill>
          <a:ln>
            <a:noFill/>
          </a:ln>
        </p:spPr>
      </p:sp>
      <p:grpSp>
        <p:nvGrpSpPr>
          <p:cNvPr id="284" name="Google Shape;284;p7"/>
          <p:cNvGrpSpPr/>
          <p:nvPr/>
        </p:nvGrpSpPr>
        <p:grpSpPr>
          <a:xfrm>
            <a:off x="2944731" y="4077165"/>
            <a:ext cx="5207802" cy="1240822"/>
            <a:chOff x="0" y="-38100"/>
            <a:chExt cx="1467901" cy="349745"/>
          </a:xfrm>
        </p:grpSpPr>
        <p:sp>
          <p:nvSpPr>
            <p:cNvPr id="285" name="Google Shape;285;p7"/>
            <p:cNvSpPr/>
            <p:nvPr/>
          </p:nvSpPr>
          <p:spPr>
            <a:xfrm>
              <a:off x="0" y="0"/>
              <a:ext cx="1467901" cy="311645"/>
            </a:xfrm>
            <a:custGeom>
              <a:rect b="b" l="l" r="r" t="t"/>
              <a:pathLst>
                <a:path extrusionOk="0" h="311645" w="1467901">
                  <a:moveTo>
                    <a:pt x="148660" y="0"/>
                  </a:moveTo>
                  <a:lnTo>
                    <a:pt x="1319241" y="0"/>
                  </a:lnTo>
                  <a:cubicBezTo>
                    <a:pt x="1401344" y="0"/>
                    <a:pt x="1467901" y="66557"/>
                    <a:pt x="1467901" y="148660"/>
                  </a:cubicBezTo>
                  <a:lnTo>
                    <a:pt x="1467901" y="162985"/>
                  </a:lnTo>
                  <a:cubicBezTo>
                    <a:pt x="1467901" y="202412"/>
                    <a:pt x="1452239" y="240224"/>
                    <a:pt x="1424359" y="268104"/>
                  </a:cubicBezTo>
                  <a:cubicBezTo>
                    <a:pt x="1396480" y="295983"/>
                    <a:pt x="1358668" y="311645"/>
                    <a:pt x="1319241" y="311645"/>
                  </a:cubicBezTo>
                  <a:lnTo>
                    <a:pt x="148660" y="311645"/>
                  </a:lnTo>
                  <a:cubicBezTo>
                    <a:pt x="66557" y="311645"/>
                    <a:pt x="0" y="245088"/>
                    <a:pt x="0" y="162985"/>
                  </a:cubicBezTo>
                  <a:lnTo>
                    <a:pt x="0" y="148660"/>
                  </a:lnTo>
                  <a:cubicBezTo>
                    <a:pt x="0" y="66557"/>
                    <a:pt x="66557" y="0"/>
                    <a:pt x="148660" y="0"/>
                  </a:cubicBezTo>
                  <a:close/>
                </a:path>
              </a:pathLst>
            </a:custGeom>
            <a:solidFill>
              <a:srgbClr val="025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7"/>
            <p:cNvSpPr txBox="1"/>
            <p:nvPr/>
          </p:nvSpPr>
          <p:spPr>
            <a:xfrm>
              <a:off x="0" y="-38100"/>
              <a:ext cx="1467901" cy="349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7"/>
          <p:cNvGrpSpPr/>
          <p:nvPr/>
        </p:nvGrpSpPr>
        <p:grpSpPr>
          <a:xfrm>
            <a:off x="9725138" y="5408261"/>
            <a:ext cx="5207802" cy="1240822"/>
            <a:chOff x="0" y="-38100"/>
            <a:chExt cx="1467901" cy="349745"/>
          </a:xfrm>
        </p:grpSpPr>
        <p:sp>
          <p:nvSpPr>
            <p:cNvPr id="288" name="Google Shape;288;p7"/>
            <p:cNvSpPr/>
            <p:nvPr/>
          </p:nvSpPr>
          <p:spPr>
            <a:xfrm>
              <a:off x="0" y="0"/>
              <a:ext cx="1467901" cy="311645"/>
            </a:xfrm>
            <a:custGeom>
              <a:rect b="b" l="l" r="r" t="t"/>
              <a:pathLst>
                <a:path extrusionOk="0" h="311645" w="1467901">
                  <a:moveTo>
                    <a:pt x="148660" y="0"/>
                  </a:moveTo>
                  <a:lnTo>
                    <a:pt x="1319241" y="0"/>
                  </a:lnTo>
                  <a:cubicBezTo>
                    <a:pt x="1401344" y="0"/>
                    <a:pt x="1467901" y="66557"/>
                    <a:pt x="1467901" y="148660"/>
                  </a:cubicBezTo>
                  <a:lnTo>
                    <a:pt x="1467901" y="162985"/>
                  </a:lnTo>
                  <a:cubicBezTo>
                    <a:pt x="1467901" y="202412"/>
                    <a:pt x="1452239" y="240224"/>
                    <a:pt x="1424359" y="268104"/>
                  </a:cubicBezTo>
                  <a:cubicBezTo>
                    <a:pt x="1396480" y="295983"/>
                    <a:pt x="1358668" y="311645"/>
                    <a:pt x="1319241" y="311645"/>
                  </a:cubicBezTo>
                  <a:lnTo>
                    <a:pt x="148660" y="311645"/>
                  </a:lnTo>
                  <a:cubicBezTo>
                    <a:pt x="66557" y="311645"/>
                    <a:pt x="0" y="245088"/>
                    <a:pt x="0" y="162985"/>
                  </a:cubicBezTo>
                  <a:lnTo>
                    <a:pt x="0" y="148660"/>
                  </a:lnTo>
                  <a:cubicBezTo>
                    <a:pt x="0" y="66557"/>
                    <a:pt x="66557" y="0"/>
                    <a:pt x="148660" y="0"/>
                  </a:cubicBezTo>
                  <a:close/>
                </a:path>
              </a:pathLst>
            </a:custGeom>
            <a:solidFill>
              <a:srgbClr val="F26B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7"/>
            <p:cNvSpPr txBox="1"/>
            <p:nvPr/>
          </p:nvSpPr>
          <p:spPr>
            <a:xfrm>
              <a:off x="0" y="-38100"/>
              <a:ext cx="1467901" cy="349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2944731" y="6764191"/>
            <a:ext cx="5207802" cy="1240822"/>
            <a:chOff x="0" y="-38100"/>
            <a:chExt cx="1467901" cy="349745"/>
          </a:xfrm>
        </p:grpSpPr>
        <p:sp>
          <p:nvSpPr>
            <p:cNvPr id="291" name="Google Shape;291;p7"/>
            <p:cNvSpPr/>
            <p:nvPr/>
          </p:nvSpPr>
          <p:spPr>
            <a:xfrm>
              <a:off x="0" y="0"/>
              <a:ext cx="1467901" cy="311645"/>
            </a:xfrm>
            <a:custGeom>
              <a:rect b="b" l="l" r="r" t="t"/>
              <a:pathLst>
                <a:path extrusionOk="0" h="311645" w="1467901">
                  <a:moveTo>
                    <a:pt x="148660" y="0"/>
                  </a:moveTo>
                  <a:lnTo>
                    <a:pt x="1319241" y="0"/>
                  </a:lnTo>
                  <a:cubicBezTo>
                    <a:pt x="1401344" y="0"/>
                    <a:pt x="1467901" y="66557"/>
                    <a:pt x="1467901" y="148660"/>
                  </a:cubicBezTo>
                  <a:lnTo>
                    <a:pt x="1467901" y="162985"/>
                  </a:lnTo>
                  <a:cubicBezTo>
                    <a:pt x="1467901" y="202412"/>
                    <a:pt x="1452239" y="240224"/>
                    <a:pt x="1424359" y="268104"/>
                  </a:cubicBezTo>
                  <a:cubicBezTo>
                    <a:pt x="1396480" y="295983"/>
                    <a:pt x="1358668" y="311645"/>
                    <a:pt x="1319241" y="311645"/>
                  </a:cubicBezTo>
                  <a:lnTo>
                    <a:pt x="148660" y="311645"/>
                  </a:lnTo>
                  <a:cubicBezTo>
                    <a:pt x="66557" y="311645"/>
                    <a:pt x="0" y="245088"/>
                    <a:pt x="0" y="162985"/>
                  </a:cubicBezTo>
                  <a:lnTo>
                    <a:pt x="0" y="148660"/>
                  </a:lnTo>
                  <a:cubicBezTo>
                    <a:pt x="0" y="66557"/>
                    <a:pt x="66557" y="0"/>
                    <a:pt x="148660" y="0"/>
                  </a:cubicBezTo>
                  <a:close/>
                </a:path>
              </a:pathLst>
            </a:custGeom>
            <a:solidFill>
              <a:srgbClr val="F26B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7"/>
            <p:cNvSpPr txBox="1"/>
            <p:nvPr/>
          </p:nvSpPr>
          <p:spPr>
            <a:xfrm>
              <a:off x="0" y="-38100"/>
              <a:ext cx="1467901" cy="349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7"/>
          <p:cNvGrpSpPr/>
          <p:nvPr/>
        </p:nvGrpSpPr>
        <p:grpSpPr>
          <a:xfrm>
            <a:off x="-1210440" y="1124443"/>
            <a:ext cx="12907836" cy="1977913"/>
            <a:chOff x="0" y="-38100"/>
            <a:chExt cx="3399595" cy="520932"/>
          </a:xfrm>
        </p:grpSpPr>
        <p:sp>
          <p:nvSpPr>
            <p:cNvPr id="294" name="Google Shape;294;p7"/>
            <p:cNvSpPr/>
            <p:nvPr/>
          </p:nvSpPr>
          <p:spPr>
            <a:xfrm>
              <a:off x="0" y="0"/>
              <a:ext cx="3399594" cy="482832"/>
            </a:xfrm>
            <a:custGeom>
              <a:rect b="b" l="l" r="r" t="t"/>
              <a:pathLst>
                <a:path extrusionOk="0" h="482832" w="3399594">
                  <a:moveTo>
                    <a:pt x="59978" y="0"/>
                  </a:moveTo>
                  <a:lnTo>
                    <a:pt x="3339616" y="0"/>
                  </a:lnTo>
                  <a:cubicBezTo>
                    <a:pt x="3355523" y="0"/>
                    <a:pt x="3370779" y="6319"/>
                    <a:pt x="3382027" y="17567"/>
                  </a:cubicBezTo>
                  <a:cubicBezTo>
                    <a:pt x="3393275" y="28815"/>
                    <a:pt x="3399594" y="44071"/>
                    <a:pt x="3399594" y="59978"/>
                  </a:cubicBezTo>
                  <a:lnTo>
                    <a:pt x="3399594" y="422853"/>
                  </a:lnTo>
                  <a:cubicBezTo>
                    <a:pt x="3399594" y="438761"/>
                    <a:pt x="3393275" y="454016"/>
                    <a:pt x="3382027" y="465264"/>
                  </a:cubicBezTo>
                  <a:cubicBezTo>
                    <a:pt x="3370779" y="476513"/>
                    <a:pt x="3355523" y="482832"/>
                    <a:pt x="3339616" y="482832"/>
                  </a:cubicBezTo>
                  <a:lnTo>
                    <a:pt x="59978" y="482832"/>
                  </a:lnTo>
                  <a:cubicBezTo>
                    <a:pt x="26853" y="482832"/>
                    <a:pt x="0" y="455978"/>
                    <a:pt x="0" y="422853"/>
                  </a:cubicBezTo>
                  <a:lnTo>
                    <a:pt x="0" y="59978"/>
                  </a:lnTo>
                  <a:cubicBezTo>
                    <a:pt x="0" y="44071"/>
                    <a:pt x="6319" y="28815"/>
                    <a:pt x="17567" y="17567"/>
                  </a:cubicBezTo>
                  <a:cubicBezTo>
                    <a:pt x="28815" y="6319"/>
                    <a:pt x="44071" y="0"/>
                    <a:pt x="59978" y="0"/>
                  </a:cubicBezTo>
                  <a:close/>
                </a:path>
              </a:pathLst>
            </a:custGeom>
            <a:solidFill>
              <a:srgbClr val="F26B0F"/>
            </a:solidFill>
            <a:ln cap="rnd" cmpd="sng" w="114300">
              <a:solidFill>
                <a:srgbClr val="0251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7"/>
            <p:cNvSpPr txBox="1"/>
            <p:nvPr/>
          </p:nvSpPr>
          <p:spPr>
            <a:xfrm>
              <a:off x="0" y="-38100"/>
              <a:ext cx="3399595" cy="520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7"/>
          <p:cNvSpPr/>
          <p:nvPr/>
        </p:nvSpPr>
        <p:spPr>
          <a:xfrm rot="-1105363">
            <a:off x="14124370" y="-2234545"/>
            <a:ext cx="8327260" cy="6526490"/>
          </a:xfrm>
          <a:custGeom>
            <a:rect b="b" l="l" r="r" t="t"/>
            <a:pathLst>
              <a:path extrusionOk="0" h="6526490" w="8327260">
                <a:moveTo>
                  <a:pt x="0" y="0"/>
                </a:moveTo>
                <a:lnTo>
                  <a:pt x="8327260" y="0"/>
                </a:lnTo>
                <a:lnTo>
                  <a:pt x="8327260" y="6526490"/>
                </a:lnTo>
                <a:lnTo>
                  <a:pt x="0" y="652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7"/>
          <p:cNvSpPr/>
          <p:nvPr/>
        </p:nvSpPr>
        <p:spPr>
          <a:xfrm rot="-429469">
            <a:off x="-5851981" y="7917162"/>
            <a:ext cx="8793605" cy="6891988"/>
          </a:xfrm>
          <a:custGeom>
            <a:rect b="b" l="l" r="r" t="t"/>
            <a:pathLst>
              <a:path extrusionOk="0" h="6891988" w="8793605">
                <a:moveTo>
                  <a:pt x="0" y="0"/>
                </a:moveTo>
                <a:lnTo>
                  <a:pt x="8793605" y="0"/>
                </a:lnTo>
                <a:lnTo>
                  <a:pt x="8793605" y="6891988"/>
                </a:lnTo>
                <a:lnTo>
                  <a:pt x="0" y="6891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8" name="Google Shape;298;p7"/>
          <p:cNvGrpSpPr/>
          <p:nvPr/>
        </p:nvGrpSpPr>
        <p:grpSpPr>
          <a:xfrm>
            <a:off x="2024310" y="3770314"/>
            <a:ext cx="1719354" cy="1854525"/>
            <a:chOff x="0" y="-38100"/>
            <a:chExt cx="484627" cy="522727"/>
          </a:xfrm>
        </p:grpSpPr>
        <p:sp>
          <p:nvSpPr>
            <p:cNvPr id="299" name="Google Shape;299;p7"/>
            <p:cNvSpPr/>
            <p:nvPr/>
          </p:nvSpPr>
          <p:spPr>
            <a:xfrm>
              <a:off x="0" y="0"/>
              <a:ext cx="484627" cy="484627"/>
            </a:xfrm>
            <a:custGeom>
              <a:rect b="b" l="l" r="r" t="t"/>
              <a:pathLst>
                <a:path extrusionOk="0" h="484627" w="484627">
                  <a:moveTo>
                    <a:pt x="198123" y="0"/>
                  </a:moveTo>
                  <a:lnTo>
                    <a:pt x="286504" y="0"/>
                  </a:lnTo>
                  <a:cubicBezTo>
                    <a:pt x="395924" y="0"/>
                    <a:pt x="484627" y="88703"/>
                    <a:pt x="484627" y="198123"/>
                  </a:cubicBezTo>
                  <a:lnTo>
                    <a:pt x="484627" y="286504"/>
                  </a:lnTo>
                  <a:cubicBezTo>
                    <a:pt x="484627" y="395924"/>
                    <a:pt x="395924" y="484627"/>
                    <a:pt x="286504" y="484627"/>
                  </a:cubicBezTo>
                  <a:lnTo>
                    <a:pt x="198123" y="484627"/>
                  </a:lnTo>
                  <a:cubicBezTo>
                    <a:pt x="88703" y="484627"/>
                    <a:pt x="0" y="395924"/>
                    <a:pt x="0" y="286504"/>
                  </a:cubicBezTo>
                  <a:lnTo>
                    <a:pt x="0" y="198123"/>
                  </a:lnTo>
                  <a:cubicBezTo>
                    <a:pt x="0" y="88703"/>
                    <a:pt x="88703" y="0"/>
                    <a:pt x="198123" y="0"/>
                  </a:cubicBezTo>
                  <a:close/>
                </a:path>
              </a:pathLst>
            </a:custGeom>
            <a:solidFill>
              <a:srgbClr val="E3DE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7"/>
            <p:cNvSpPr txBox="1"/>
            <p:nvPr/>
          </p:nvSpPr>
          <p:spPr>
            <a:xfrm>
              <a:off x="0" y="-38100"/>
              <a:ext cx="484627" cy="52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7"/>
          <p:cNvGrpSpPr/>
          <p:nvPr/>
        </p:nvGrpSpPr>
        <p:grpSpPr>
          <a:xfrm>
            <a:off x="8804717" y="5101409"/>
            <a:ext cx="1719354" cy="1854525"/>
            <a:chOff x="0" y="-38100"/>
            <a:chExt cx="484627" cy="522727"/>
          </a:xfrm>
        </p:grpSpPr>
        <p:sp>
          <p:nvSpPr>
            <p:cNvPr id="302" name="Google Shape;302;p7"/>
            <p:cNvSpPr/>
            <p:nvPr/>
          </p:nvSpPr>
          <p:spPr>
            <a:xfrm>
              <a:off x="0" y="0"/>
              <a:ext cx="484627" cy="484627"/>
            </a:xfrm>
            <a:custGeom>
              <a:rect b="b" l="l" r="r" t="t"/>
              <a:pathLst>
                <a:path extrusionOk="0" h="484627" w="484627">
                  <a:moveTo>
                    <a:pt x="198123" y="0"/>
                  </a:moveTo>
                  <a:lnTo>
                    <a:pt x="286504" y="0"/>
                  </a:lnTo>
                  <a:cubicBezTo>
                    <a:pt x="395924" y="0"/>
                    <a:pt x="484627" y="88703"/>
                    <a:pt x="484627" y="198123"/>
                  </a:cubicBezTo>
                  <a:lnTo>
                    <a:pt x="484627" y="286504"/>
                  </a:lnTo>
                  <a:cubicBezTo>
                    <a:pt x="484627" y="395924"/>
                    <a:pt x="395924" y="484627"/>
                    <a:pt x="286504" y="484627"/>
                  </a:cubicBezTo>
                  <a:lnTo>
                    <a:pt x="198123" y="484627"/>
                  </a:lnTo>
                  <a:cubicBezTo>
                    <a:pt x="88703" y="484627"/>
                    <a:pt x="0" y="395924"/>
                    <a:pt x="0" y="286504"/>
                  </a:cubicBezTo>
                  <a:lnTo>
                    <a:pt x="0" y="198123"/>
                  </a:lnTo>
                  <a:cubicBezTo>
                    <a:pt x="0" y="88703"/>
                    <a:pt x="88703" y="0"/>
                    <a:pt x="198123" y="0"/>
                  </a:cubicBezTo>
                  <a:close/>
                </a:path>
              </a:pathLst>
            </a:custGeom>
            <a:solidFill>
              <a:srgbClr val="E3DE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7"/>
            <p:cNvSpPr txBox="1"/>
            <p:nvPr/>
          </p:nvSpPr>
          <p:spPr>
            <a:xfrm>
              <a:off x="0" y="-38100"/>
              <a:ext cx="484627" cy="52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7"/>
          <p:cNvGrpSpPr/>
          <p:nvPr/>
        </p:nvGrpSpPr>
        <p:grpSpPr>
          <a:xfrm>
            <a:off x="2024310" y="6457340"/>
            <a:ext cx="1719354" cy="1854525"/>
            <a:chOff x="0" y="-38100"/>
            <a:chExt cx="484627" cy="522727"/>
          </a:xfrm>
        </p:grpSpPr>
        <p:sp>
          <p:nvSpPr>
            <p:cNvPr id="305" name="Google Shape;305;p7"/>
            <p:cNvSpPr/>
            <p:nvPr/>
          </p:nvSpPr>
          <p:spPr>
            <a:xfrm>
              <a:off x="0" y="0"/>
              <a:ext cx="484627" cy="484627"/>
            </a:xfrm>
            <a:custGeom>
              <a:rect b="b" l="l" r="r" t="t"/>
              <a:pathLst>
                <a:path extrusionOk="0" h="484627" w="484627">
                  <a:moveTo>
                    <a:pt x="198123" y="0"/>
                  </a:moveTo>
                  <a:lnTo>
                    <a:pt x="286504" y="0"/>
                  </a:lnTo>
                  <a:cubicBezTo>
                    <a:pt x="395924" y="0"/>
                    <a:pt x="484627" y="88703"/>
                    <a:pt x="484627" y="198123"/>
                  </a:cubicBezTo>
                  <a:lnTo>
                    <a:pt x="484627" y="286504"/>
                  </a:lnTo>
                  <a:cubicBezTo>
                    <a:pt x="484627" y="395924"/>
                    <a:pt x="395924" y="484627"/>
                    <a:pt x="286504" y="484627"/>
                  </a:cubicBezTo>
                  <a:lnTo>
                    <a:pt x="198123" y="484627"/>
                  </a:lnTo>
                  <a:cubicBezTo>
                    <a:pt x="88703" y="484627"/>
                    <a:pt x="0" y="395924"/>
                    <a:pt x="0" y="286504"/>
                  </a:cubicBezTo>
                  <a:lnTo>
                    <a:pt x="0" y="198123"/>
                  </a:lnTo>
                  <a:cubicBezTo>
                    <a:pt x="0" y="88703"/>
                    <a:pt x="88703" y="0"/>
                    <a:pt x="198123" y="0"/>
                  </a:cubicBezTo>
                  <a:close/>
                </a:path>
              </a:pathLst>
            </a:custGeom>
            <a:solidFill>
              <a:srgbClr val="E3DE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7"/>
            <p:cNvSpPr txBox="1"/>
            <p:nvPr/>
          </p:nvSpPr>
          <p:spPr>
            <a:xfrm>
              <a:off x="0" y="-38100"/>
              <a:ext cx="484627" cy="52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7"/>
          <p:cNvSpPr txBox="1"/>
          <p:nvPr/>
        </p:nvSpPr>
        <p:spPr>
          <a:xfrm>
            <a:off x="1028700" y="1794932"/>
            <a:ext cx="102957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LIBRARY VISUALISASI DATA</a:t>
            </a:r>
            <a:endParaRPr/>
          </a:p>
        </p:txBody>
      </p:sp>
      <p:sp>
        <p:nvSpPr>
          <p:cNvPr id="308" name="Google Shape;308;p7"/>
          <p:cNvSpPr txBox="1"/>
          <p:nvPr/>
        </p:nvSpPr>
        <p:spPr>
          <a:xfrm>
            <a:off x="2024310" y="4392734"/>
            <a:ext cx="1719354" cy="86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  <a:endParaRPr/>
          </a:p>
        </p:txBody>
      </p:sp>
      <p:sp>
        <p:nvSpPr>
          <p:cNvPr id="309" name="Google Shape;309;p7"/>
          <p:cNvSpPr txBox="1"/>
          <p:nvPr/>
        </p:nvSpPr>
        <p:spPr>
          <a:xfrm>
            <a:off x="8804717" y="5723829"/>
            <a:ext cx="1719354" cy="86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  <a:endParaRPr/>
          </a:p>
        </p:txBody>
      </p:sp>
      <p:sp>
        <p:nvSpPr>
          <p:cNvPr id="310" name="Google Shape;310;p7"/>
          <p:cNvSpPr txBox="1"/>
          <p:nvPr/>
        </p:nvSpPr>
        <p:spPr>
          <a:xfrm>
            <a:off x="2024310" y="7079760"/>
            <a:ext cx="1719354" cy="86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9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3743664" y="4557744"/>
            <a:ext cx="4408869" cy="4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7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MATPLOTLIB</a:t>
            </a:r>
            <a:endParaRPr/>
          </a:p>
        </p:txBody>
      </p:sp>
      <p:sp>
        <p:nvSpPr>
          <p:cNvPr id="312" name="Google Shape;312;p7"/>
          <p:cNvSpPr txBox="1"/>
          <p:nvPr/>
        </p:nvSpPr>
        <p:spPr>
          <a:xfrm>
            <a:off x="10523257" y="5888840"/>
            <a:ext cx="4408869" cy="4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7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PLOTLY</a:t>
            </a:r>
            <a:endParaRPr/>
          </a:p>
        </p:txBody>
      </p:sp>
      <p:sp>
        <p:nvSpPr>
          <p:cNvPr id="313" name="Google Shape;313;p7"/>
          <p:cNvSpPr txBox="1"/>
          <p:nvPr/>
        </p:nvSpPr>
        <p:spPr>
          <a:xfrm>
            <a:off x="3743664" y="7263359"/>
            <a:ext cx="4408869" cy="4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7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SEABORN</a:t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15541604" y="5440518"/>
            <a:ext cx="1268571" cy="1313962"/>
          </a:xfrm>
          <a:custGeom>
            <a:rect b="b" l="l" r="r" t="t"/>
            <a:pathLst>
              <a:path extrusionOk="0" h="1313962" w="1268571">
                <a:moveTo>
                  <a:pt x="0" y="0"/>
                </a:moveTo>
                <a:lnTo>
                  <a:pt x="1268571" y="0"/>
                </a:lnTo>
                <a:lnTo>
                  <a:pt x="1268571" y="1313963"/>
                </a:lnTo>
                <a:lnTo>
                  <a:pt x="0" y="1313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5" name="Google Shape;315;p7"/>
          <p:cNvGrpSpPr/>
          <p:nvPr/>
        </p:nvGrpSpPr>
        <p:grpSpPr>
          <a:xfrm>
            <a:off x="12861774" y="2185730"/>
            <a:ext cx="509649" cy="509649"/>
            <a:chOff x="0" y="0"/>
            <a:chExt cx="812800" cy="812800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7"/>
          <p:cNvSpPr/>
          <p:nvPr/>
        </p:nvSpPr>
        <p:spPr>
          <a:xfrm>
            <a:off x="16810175" y="7396163"/>
            <a:ext cx="1743179" cy="4114800"/>
          </a:xfrm>
          <a:custGeom>
            <a:rect b="b" l="l" r="r" t="t"/>
            <a:pathLst>
              <a:path extrusionOk="0" h="4114800" w="1743179">
                <a:moveTo>
                  <a:pt x="0" y="0"/>
                </a:moveTo>
                <a:lnTo>
                  <a:pt x="1743179" y="0"/>
                </a:lnTo>
                <a:lnTo>
                  <a:pt x="17431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7"/>
          <p:cNvSpPr txBox="1"/>
          <p:nvPr/>
        </p:nvSpPr>
        <p:spPr>
          <a:xfrm>
            <a:off x="3833777" y="5343339"/>
            <a:ext cx="4318756" cy="1184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2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Membuat grafik dasar seperti grafik garis, batang, dan diagram sederhana.</a:t>
            </a:r>
            <a:endParaRPr/>
          </a:p>
        </p:txBody>
      </p:sp>
      <p:sp>
        <p:nvSpPr>
          <p:cNvPr id="320" name="Google Shape;320;p7"/>
          <p:cNvSpPr txBox="1"/>
          <p:nvPr/>
        </p:nvSpPr>
        <p:spPr>
          <a:xfrm>
            <a:off x="3833777" y="8027339"/>
            <a:ext cx="4318756" cy="1184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2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Berbasis Matplotlib dengan tampilan lebih menarik dan cocok untuk data statistik.</a:t>
            </a:r>
            <a:endParaRPr/>
          </a:p>
        </p:txBody>
      </p:sp>
      <p:sp>
        <p:nvSpPr>
          <p:cNvPr id="321" name="Google Shape;321;p7"/>
          <p:cNvSpPr txBox="1"/>
          <p:nvPr/>
        </p:nvSpPr>
        <p:spPr>
          <a:xfrm>
            <a:off x="10609796" y="6772908"/>
            <a:ext cx="4318756" cy="1184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2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Membuat grafik interaktif yang bisa di-zoom, diklik, dan lebih dinamis.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515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8"/>
          <p:cNvGrpSpPr/>
          <p:nvPr/>
        </p:nvGrpSpPr>
        <p:grpSpPr>
          <a:xfrm>
            <a:off x="549363" y="387844"/>
            <a:ext cx="17189274" cy="9366651"/>
            <a:chOff x="0" y="-38100"/>
            <a:chExt cx="4527216" cy="2466937"/>
          </a:xfrm>
        </p:grpSpPr>
        <p:sp>
          <p:nvSpPr>
            <p:cNvPr id="327" name="Google Shape;327;p8"/>
            <p:cNvSpPr/>
            <p:nvPr/>
          </p:nvSpPr>
          <p:spPr>
            <a:xfrm>
              <a:off x="0" y="0"/>
              <a:ext cx="4527216" cy="2428837"/>
            </a:xfrm>
            <a:custGeom>
              <a:rect b="b" l="l" r="r" t="t"/>
              <a:pathLst>
                <a:path extrusionOk="0" h="2428837" w="4527216">
                  <a:moveTo>
                    <a:pt x="27924" y="0"/>
                  </a:moveTo>
                  <a:lnTo>
                    <a:pt x="4499292" y="0"/>
                  </a:lnTo>
                  <a:cubicBezTo>
                    <a:pt x="4506698" y="0"/>
                    <a:pt x="4513800" y="2942"/>
                    <a:pt x="4519037" y="8179"/>
                  </a:cubicBezTo>
                  <a:cubicBezTo>
                    <a:pt x="4524274" y="13416"/>
                    <a:pt x="4527216" y="20518"/>
                    <a:pt x="4527216" y="27924"/>
                  </a:cubicBezTo>
                  <a:lnTo>
                    <a:pt x="4527216" y="2400913"/>
                  </a:lnTo>
                  <a:cubicBezTo>
                    <a:pt x="4527216" y="2408319"/>
                    <a:pt x="4524274" y="2415421"/>
                    <a:pt x="4519037" y="2420658"/>
                  </a:cubicBezTo>
                  <a:cubicBezTo>
                    <a:pt x="4513800" y="2425895"/>
                    <a:pt x="4506698" y="2428837"/>
                    <a:pt x="4499292" y="2428837"/>
                  </a:cubicBezTo>
                  <a:lnTo>
                    <a:pt x="27924" y="2428837"/>
                  </a:lnTo>
                  <a:cubicBezTo>
                    <a:pt x="20518" y="2428837"/>
                    <a:pt x="13416" y="2425895"/>
                    <a:pt x="8179" y="2420658"/>
                  </a:cubicBezTo>
                  <a:cubicBezTo>
                    <a:pt x="2942" y="2415421"/>
                    <a:pt x="0" y="2408319"/>
                    <a:pt x="0" y="2400913"/>
                  </a:cubicBezTo>
                  <a:lnTo>
                    <a:pt x="0" y="27924"/>
                  </a:lnTo>
                  <a:cubicBezTo>
                    <a:pt x="0" y="20518"/>
                    <a:pt x="2942" y="13416"/>
                    <a:pt x="8179" y="8179"/>
                  </a:cubicBezTo>
                  <a:cubicBezTo>
                    <a:pt x="13416" y="2942"/>
                    <a:pt x="20518" y="0"/>
                    <a:pt x="27924" y="0"/>
                  </a:cubicBezTo>
                  <a:close/>
                </a:path>
              </a:pathLst>
            </a:custGeom>
            <a:solidFill>
              <a:srgbClr val="FCF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8"/>
            <p:cNvSpPr txBox="1"/>
            <p:nvPr/>
          </p:nvSpPr>
          <p:spPr>
            <a:xfrm>
              <a:off x="0" y="-38100"/>
              <a:ext cx="4527216" cy="246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8"/>
          <p:cNvSpPr/>
          <p:nvPr/>
        </p:nvSpPr>
        <p:spPr>
          <a:xfrm>
            <a:off x="549363" y="5735139"/>
            <a:ext cx="17189274" cy="3930797"/>
          </a:xfrm>
          <a:custGeom>
            <a:rect b="b" l="l" r="r" t="t"/>
            <a:pathLst>
              <a:path extrusionOk="0" h="3930797" w="17189274">
                <a:moveTo>
                  <a:pt x="0" y="0"/>
                </a:moveTo>
                <a:lnTo>
                  <a:pt x="17189274" y="0"/>
                </a:lnTo>
                <a:lnTo>
                  <a:pt x="17189274" y="3930797"/>
                </a:lnTo>
                <a:lnTo>
                  <a:pt x="0" y="393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117557" l="0" r="0" t="0"/>
            </a:stretch>
          </a:blipFill>
          <a:ln>
            <a:noFill/>
          </a:ln>
        </p:spPr>
      </p:sp>
      <p:grpSp>
        <p:nvGrpSpPr>
          <p:cNvPr id="330" name="Google Shape;330;p8"/>
          <p:cNvGrpSpPr/>
          <p:nvPr/>
        </p:nvGrpSpPr>
        <p:grpSpPr>
          <a:xfrm>
            <a:off x="-1210440" y="1124443"/>
            <a:ext cx="11083606" cy="1977913"/>
            <a:chOff x="0" y="-38100"/>
            <a:chExt cx="2919139" cy="520932"/>
          </a:xfrm>
        </p:grpSpPr>
        <p:sp>
          <p:nvSpPr>
            <p:cNvPr id="331" name="Google Shape;331;p8"/>
            <p:cNvSpPr/>
            <p:nvPr/>
          </p:nvSpPr>
          <p:spPr>
            <a:xfrm>
              <a:off x="0" y="0"/>
              <a:ext cx="2919139" cy="482832"/>
            </a:xfrm>
            <a:custGeom>
              <a:rect b="b" l="l" r="r" t="t"/>
              <a:pathLst>
                <a:path extrusionOk="0" h="482832" w="2919139">
                  <a:moveTo>
                    <a:pt x="69850" y="0"/>
                  </a:moveTo>
                  <a:lnTo>
                    <a:pt x="2849289" y="0"/>
                  </a:lnTo>
                  <a:cubicBezTo>
                    <a:pt x="2867814" y="0"/>
                    <a:pt x="2885581" y="7359"/>
                    <a:pt x="2898680" y="20459"/>
                  </a:cubicBezTo>
                  <a:cubicBezTo>
                    <a:pt x="2911780" y="33558"/>
                    <a:pt x="2919139" y="51325"/>
                    <a:pt x="2919139" y="69850"/>
                  </a:cubicBezTo>
                  <a:lnTo>
                    <a:pt x="2919139" y="412982"/>
                  </a:lnTo>
                  <a:cubicBezTo>
                    <a:pt x="2919139" y="431507"/>
                    <a:pt x="2911780" y="449274"/>
                    <a:pt x="2898680" y="462373"/>
                  </a:cubicBezTo>
                  <a:cubicBezTo>
                    <a:pt x="2885581" y="475473"/>
                    <a:pt x="2867814" y="482832"/>
                    <a:pt x="2849289" y="482832"/>
                  </a:cubicBezTo>
                  <a:lnTo>
                    <a:pt x="69850" y="482832"/>
                  </a:lnTo>
                  <a:cubicBezTo>
                    <a:pt x="31273" y="482832"/>
                    <a:pt x="0" y="451559"/>
                    <a:pt x="0" y="412982"/>
                  </a:cubicBez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close/>
                </a:path>
              </a:pathLst>
            </a:custGeom>
            <a:solidFill>
              <a:srgbClr val="F26B0F"/>
            </a:solidFill>
            <a:ln cap="rnd" cmpd="sng" w="114300">
              <a:solidFill>
                <a:srgbClr val="0251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8"/>
            <p:cNvSpPr txBox="1"/>
            <p:nvPr/>
          </p:nvSpPr>
          <p:spPr>
            <a:xfrm>
              <a:off x="0" y="-38100"/>
              <a:ext cx="2919139" cy="520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8"/>
          <p:cNvSpPr/>
          <p:nvPr/>
        </p:nvSpPr>
        <p:spPr>
          <a:xfrm rot="-1105363">
            <a:off x="14189308" y="-2531563"/>
            <a:ext cx="8327260" cy="6526490"/>
          </a:xfrm>
          <a:custGeom>
            <a:rect b="b" l="l" r="r" t="t"/>
            <a:pathLst>
              <a:path extrusionOk="0" h="6526490" w="8327260">
                <a:moveTo>
                  <a:pt x="0" y="0"/>
                </a:moveTo>
                <a:lnTo>
                  <a:pt x="8327260" y="0"/>
                </a:lnTo>
                <a:lnTo>
                  <a:pt x="8327260" y="6526489"/>
                </a:lnTo>
                <a:lnTo>
                  <a:pt x="0" y="6526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8"/>
          <p:cNvSpPr/>
          <p:nvPr/>
        </p:nvSpPr>
        <p:spPr>
          <a:xfrm rot="-1129923">
            <a:off x="-5607242" y="8064969"/>
            <a:ext cx="8793605" cy="6891988"/>
          </a:xfrm>
          <a:custGeom>
            <a:rect b="b" l="l" r="r" t="t"/>
            <a:pathLst>
              <a:path extrusionOk="0" h="6891988" w="8793605">
                <a:moveTo>
                  <a:pt x="0" y="0"/>
                </a:moveTo>
                <a:lnTo>
                  <a:pt x="8793605" y="0"/>
                </a:lnTo>
                <a:lnTo>
                  <a:pt x="8793605" y="6891988"/>
                </a:lnTo>
                <a:lnTo>
                  <a:pt x="0" y="6891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8"/>
          <p:cNvSpPr/>
          <p:nvPr/>
        </p:nvSpPr>
        <p:spPr>
          <a:xfrm>
            <a:off x="15315247" y="5176069"/>
            <a:ext cx="1268571" cy="1313962"/>
          </a:xfrm>
          <a:custGeom>
            <a:rect b="b" l="l" r="r" t="t"/>
            <a:pathLst>
              <a:path extrusionOk="0" h="1313962" w="1268571">
                <a:moveTo>
                  <a:pt x="0" y="0"/>
                </a:moveTo>
                <a:lnTo>
                  <a:pt x="1268571" y="0"/>
                </a:lnTo>
                <a:lnTo>
                  <a:pt x="1268571" y="1313962"/>
                </a:lnTo>
                <a:lnTo>
                  <a:pt x="0" y="1313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6" name="Google Shape;336;p8"/>
          <p:cNvGrpSpPr/>
          <p:nvPr/>
        </p:nvGrpSpPr>
        <p:grpSpPr>
          <a:xfrm>
            <a:off x="12085689" y="1930905"/>
            <a:ext cx="509649" cy="509649"/>
            <a:chOff x="0" y="0"/>
            <a:chExt cx="812800" cy="812800"/>
          </a:xfrm>
        </p:grpSpPr>
        <p:sp>
          <p:nvSpPr>
            <p:cNvPr id="337" name="Google Shape;337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8"/>
          <p:cNvSpPr/>
          <p:nvPr/>
        </p:nvSpPr>
        <p:spPr>
          <a:xfrm>
            <a:off x="16544821" y="7200900"/>
            <a:ext cx="1743179" cy="4114800"/>
          </a:xfrm>
          <a:custGeom>
            <a:rect b="b" l="l" r="r" t="t"/>
            <a:pathLst>
              <a:path extrusionOk="0" h="4114800" w="1743179">
                <a:moveTo>
                  <a:pt x="0" y="0"/>
                </a:moveTo>
                <a:lnTo>
                  <a:pt x="1743179" y="0"/>
                </a:lnTo>
                <a:lnTo>
                  <a:pt x="17431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0" name="Google Shape;340;p8"/>
          <p:cNvGrpSpPr/>
          <p:nvPr/>
        </p:nvGrpSpPr>
        <p:grpSpPr>
          <a:xfrm>
            <a:off x="1028700" y="3256987"/>
            <a:ext cx="5917542" cy="5345370"/>
            <a:chOff x="0" y="-57150"/>
            <a:chExt cx="1212294" cy="1095077"/>
          </a:xfrm>
        </p:grpSpPr>
        <p:sp>
          <p:nvSpPr>
            <p:cNvPr id="341" name="Google Shape;341;p8"/>
            <p:cNvSpPr/>
            <p:nvPr/>
          </p:nvSpPr>
          <p:spPr>
            <a:xfrm>
              <a:off x="0" y="0"/>
              <a:ext cx="1212294" cy="1037927"/>
            </a:xfrm>
            <a:custGeom>
              <a:rect b="b" l="l" r="r" t="t"/>
              <a:pathLst>
                <a:path extrusionOk="0" h="1037927" w="1212294">
                  <a:moveTo>
                    <a:pt x="52332" y="0"/>
                  </a:moveTo>
                  <a:lnTo>
                    <a:pt x="1159962" y="0"/>
                  </a:lnTo>
                  <a:cubicBezTo>
                    <a:pt x="1173842" y="0"/>
                    <a:pt x="1187153" y="5514"/>
                    <a:pt x="1196967" y="15328"/>
                  </a:cubicBezTo>
                  <a:cubicBezTo>
                    <a:pt x="1206781" y="25142"/>
                    <a:pt x="1212294" y="38453"/>
                    <a:pt x="1212294" y="52332"/>
                  </a:cubicBezTo>
                  <a:lnTo>
                    <a:pt x="1212294" y="985595"/>
                  </a:lnTo>
                  <a:cubicBezTo>
                    <a:pt x="1212294" y="999474"/>
                    <a:pt x="1206781" y="1012785"/>
                    <a:pt x="1196967" y="1022599"/>
                  </a:cubicBezTo>
                  <a:cubicBezTo>
                    <a:pt x="1187153" y="1032413"/>
                    <a:pt x="1173842" y="1037927"/>
                    <a:pt x="1159962" y="1037927"/>
                  </a:cubicBezTo>
                  <a:lnTo>
                    <a:pt x="52332" y="1037927"/>
                  </a:lnTo>
                  <a:cubicBezTo>
                    <a:pt x="38453" y="1037927"/>
                    <a:pt x="25142" y="1032413"/>
                    <a:pt x="15328" y="1022599"/>
                  </a:cubicBezTo>
                  <a:cubicBezTo>
                    <a:pt x="5514" y="1012785"/>
                    <a:pt x="0" y="999474"/>
                    <a:pt x="0" y="985595"/>
                  </a:cubicBezTo>
                  <a:lnTo>
                    <a:pt x="0" y="52332"/>
                  </a:lnTo>
                  <a:cubicBezTo>
                    <a:pt x="0" y="38453"/>
                    <a:pt x="5514" y="25142"/>
                    <a:pt x="15328" y="15328"/>
                  </a:cubicBezTo>
                  <a:cubicBezTo>
                    <a:pt x="25142" y="5514"/>
                    <a:pt x="38453" y="0"/>
                    <a:pt x="52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8"/>
            <p:cNvSpPr txBox="1"/>
            <p:nvPr/>
          </p:nvSpPr>
          <p:spPr>
            <a:xfrm>
              <a:off x="0" y="-57150"/>
              <a:ext cx="1212294" cy="1095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8"/>
          <p:cNvGrpSpPr/>
          <p:nvPr/>
        </p:nvGrpSpPr>
        <p:grpSpPr>
          <a:xfrm>
            <a:off x="8088151" y="3256987"/>
            <a:ext cx="6085186" cy="5345370"/>
            <a:chOff x="0" y="-57150"/>
            <a:chExt cx="1246639" cy="1095077"/>
          </a:xfrm>
        </p:grpSpPr>
        <p:sp>
          <p:nvSpPr>
            <p:cNvPr id="344" name="Google Shape;344;p8"/>
            <p:cNvSpPr/>
            <p:nvPr/>
          </p:nvSpPr>
          <p:spPr>
            <a:xfrm>
              <a:off x="0" y="0"/>
              <a:ext cx="1246639" cy="1037927"/>
            </a:xfrm>
            <a:custGeom>
              <a:rect b="b" l="l" r="r" t="t"/>
              <a:pathLst>
                <a:path extrusionOk="0" h="1037927" w="1246639">
                  <a:moveTo>
                    <a:pt x="50890" y="0"/>
                  </a:moveTo>
                  <a:lnTo>
                    <a:pt x="1195748" y="0"/>
                  </a:lnTo>
                  <a:cubicBezTo>
                    <a:pt x="1209245" y="0"/>
                    <a:pt x="1222190" y="5362"/>
                    <a:pt x="1231733" y="14905"/>
                  </a:cubicBezTo>
                  <a:cubicBezTo>
                    <a:pt x="1241277" y="24449"/>
                    <a:pt x="1246639" y="37393"/>
                    <a:pt x="1246639" y="50890"/>
                  </a:cubicBezTo>
                  <a:lnTo>
                    <a:pt x="1246639" y="987036"/>
                  </a:lnTo>
                  <a:cubicBezTo>
                    <a:pt x="1246639" y="1015142"/>
                    <a:pt x="1223854" y="1037927"/>
                    <a:pt x="1195748" y="1037927"/>
                  </a:cubicBezTo>
                  <a:lnTo>
                    <a:pt x="50890" y="1037927"/>
                  </a:lnTo>
                  <a:cubicBezTo>
                    <a:pt x="37393" y="1037927"/>
                    <a:pt x="24449" y="1032565"/>
                    <a:pt x="14905" y="1023021"/>
                  </a:cubicBezTo>
                  <a:cubicBezTo>
                    <a:pt x="5362" y="1013477"/>
                    <a:pt x="0" y="1000533"/>
                    <a:pt x="0" y="987036"/>
                  </a:cubicBezTo>
                  <a:lnTo>
                    <a:pt x="0" y="50890"/>
                  </a:lnTo>
                  <a:cubicBezTo>
                    <a:pt x="0" y="37393"/>
                    <a:pt x="5362" y="24449"/>
                    <a:pt x="14905" y="14905"/>
                  </a:cubicBezTo>
                  <a:cubicBezTo>
                    <a:pt x="24449" y="5362"/>
                    <a:pt x="37393" y="0"/>
                    <a:pt x="508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8"/>
            <p:cNvSpPr txBox="1"/>
            <p:nvPr/>
          </p:nvSpPr>
          <p:spPr>
            <a:xfrm>
              <a:off x="0" y="-57150"/>
              <a:ext cx="1246639" cy="1095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8"/>
          <p:cNvSpPr/>
          <p:nvPr/>
        </p:nvSpPr>
        <p:spPr>
          <a:xfrm>
            <a:off x="2088880" y="5735139"/>
            <a:ext cx="3797181" cy="2718865"/>
          </a:xfrm>
          <a:custGeom>
            <a:rect b="b" l="l" r="r" t="t"/>
            <a:pathLst>
              <a:path extrusionOk="0" h="2718865" w="3797181">
                <a:moveTo>
                  <a:pt x="0" y="0"/>
                </a:moveTo>
                <a:lnTo>
                  <a:pt x="3797182" y="0"/>
                </a:lnTo>
                <a:lnTo>
                  <a:pt x="3797182" y="2718864"/>
                </a:lnTo>
                <a:lnTo>
                  <a:pt x="0" y="2718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15510" l="0" r="-112044" t="-52501"/>
            </a:stretch>
          </a:blipFill>
          <a:ln>
            <a:noFill/>
          </a:ln>
        </p:spPr>
      </p:sp>
      <p:sp>
        <p:nvSpPr>
          <p:cNvPr id="347" name="Google Shape;347;p8"/>
          <p:cNvSpPr/>
          <p:nvPr/>
        </p:nvSpPr>
        <p:spPr>
          <a:xfrm>
            <a:off x="9307138" y="5561938"/>
            <a:ext cx="3647213" cy="2695707"/>
          </a:xfrm>
          <a:custGeom>
            <a:rect b="b" l="l" r="r" t="t"/>
            <a:pathLst>
              <a:path extrusionOk="0" h="2695707" w="3647213">
                <a:moveTo>
                  <a:pt x="0" y="0"/>
                </a:moveTo>
                <a:lnTo>
                  <a:pt x="3647213" y="0"/>
                </a:lnTo>
                <a:lnTo>
                  <a:pt x="3647213" y="2695707"/>
                </a:lnTo>
                <a:lnTo>
                  <a:pt x="0" y="2695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00756" l="-95503" r="0" t="-38627"/>
            </a:stretch>
          </a:blipFill>
          <a:ln>
            <a:noFill/>
          </a:ln>
        </p:spPr>
      </p:sp>
      <p:sp>
        <p:nvSpPr>
          <p:cNvPr id="348" name="Google Shape;348;p8"/>
          <p:cNvSpPr txBox="1"/>
          <p:nvPr/>
        </p:nvSpPr>
        <p:spPr>
          <a:xfrm>
            <a:off x="1028700" y="1887848"/>
            <a:ext cx="8597267" cy="700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0" u="none" cap="none" strike="noStrike">
                <a:solidFill>
                  <a:srgbClr val="FCFEEA"/>
                </a:solidFill>
                <a:latin typeface="Lilita One"/>
                <a:ea typeface="Lilita One"/>
                <a:cs typeface="Lilita One"/>
                <a:sym typeface="Lilita One"/>
              </a:rPr>
              <a:t>CONTOH VISUALISASI DATA</a:t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1530152" y="3732502"/>
            <a:ext cx="5416090" cy="1829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 Matplotlib: 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 matplotlib.pyplot as plt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plt.plot([1,2,3],[10,20,30])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plt.show()</a:t>
            </a:r>
            <a:endParaRPr/>
          </a:p>
        </p:txBody>
      </p:sp>
      <p:sp>
        <p:nvSpPr>
          <p:cNvPr id="350" name="Google Shape;350;p8"/>
          <p:cNvSpPr txBox="1"/>
          <p:nvPr/>
        </p:nvSpPr>
        <p:spPr>
          <a:xfrm>
            <a:off x="8341668" y="3732502"/>
            <a:ext cx="5831670" cy="1372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 Seaborn: 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 seaborn as sns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sns.lineplot(x=[1,2,3], y=[10,20,30])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515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9"/>
          <p:cNvGrpSpPr/>
          <p:nvPr/>
        </p:nvGrpSpPr>
        <p:grpSpPr>
          <a:xfrm>
            <a:off x="549363" y="387844"/>
            <a:ext cx="17189274" cy="9366651"/>
            <a:chOff x="0" y="-38100"/>
            <a:chExt cx="4527216" cy="2466937"/>
          </a:xfrm>
        </p:grpSpPr>
        <p:sp>
          <p:nvSpPr>
            <p:cNvPr id="356" name="Google Shape;356;p9"/>
            <p:cNvSpPr/>
            <p:nvPr/>
          </p:nvSpPr>
          <p:spPr>
            <a:xfrm>
              <a:off x="0" y="0"/>
              <a:ext cx="4527216" cy="2428837"/>
            </a:xfrm>
            <a:custGeom>
              <a:rect b="b" l="l" r="r" t="t"/>
              <a:pathLst>
                <a:path extrusionOk="0" h="2428837" w="4527216">
                  <a:moveTo>
                    <a:pt x="27924" y="0"/>
                  </a:moveTo>
                  <a:lnTo>
                    <a:pt x="4499292" y="0"/>
                  </a:lnTo>
                  <a:cubicBezTo>
                    <a:pt x="4506698" y="0"/>
                    <a:pt x="4513800" y="2942"/>
                    <a:pt x="4519037" y="8179"/>
                  </a:cubicBezTo>
                  <a:cubicBezTo>
                    <a:pt x="4524274" y="13416"/>
                    <a:pt x="4527216" y="20518"/>
                    <a:pt x="4527216" y="27924"/>
                  </a:cubicBezTo>
                  <a:lnTo>
                    <a:pt x="4527216" y="2400913"/>
                  </a:lnTo>
                  <a:cubicBezTo>
                    <a:pt x="4527216" y="2408319"/>
                    <a:pt x="4524274" y="2415421"/>
                    <a:pt x="4519037" y="2420658"/>
                  </a:cubicBezTo>
                  <a:cubicBezTo>
                    <a:pt x="4513800" y="2425895"/>
                    <a:pt x="4506698" y="2428837"/>
                    <a:pt x="4499292" y="2428837"/>
                  </a:cubicBezTo>
                  <a:lnTo>
                    <a:pt x="27924" y="2428837"/>
                  </a:lnTo>
                  <a:cubicBezTo>
                    <a:pt x="20518" y="2428837"/>
                    <a:pt x="13416" y="2425895"/>
                    <a:pt x="8179" y="2420658"/>
                  </a:cubicBezTo>
                  <a:cubicBezTo>
                    <a:pt x="2942" y="2415421"/>
                    <a:pt x="0" y="2408319"/>
                    <a:pt x="0" y="2400913"/>
                  </a:cubicBezTo>
                  <a:lnTo>
                    <a:pt x="0" y="27924"/>
                  </a:lnTo>
                  <a:cubicBezTo>
                    <a:pt x="0" y="20518"/>
                    <a:pt x="2942" y="13416"/>
                    <a:pt x="8179" y="8179"/>
                  </a:cubicBezTo>
                  <a:cubicBezTo>
                    <a:pt x="13416" y="2942"/>
                    <a:pt x="20518" y="0"/>
                    <a:pt x="27924" y="0"/>
                  </a:cubicBezTo>
                  <a:close/>
                </a:path>
              </a:pathLst>
            </a:custGeom>
            <a:solidFill>
              <a:srgbClr val="FCF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9"/>
            <p:cNvSpPr txBox="1"/>
            <p:nvPr/>
          </p:nvSpPr>
          <p:spPr>
            <a:xfrm>
              <a:off x="0" y="-38100"/>
              <a:ext cx="4527216" cy="246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" name="Google Shape;358;p9"/>
          <p:cNvSpPr/>
          <p:nvPr/>
        </p:nvSpPr>
        <p:spPr>
          <a:xfrm>
            <a:off x="1028700" y="5629438"/>
            <a:ext cx="17189274" cy="3930797"/>
          </a:xfrm>
          <a:custGeom>
            <a:rect b="b" l="l" r="r" t="t"/>
            <a:pathLst>
              <a:path extrusionOk="0" h="3930797" w="17189274">
                <a:moveTo>
                  <a:pt x="0" y="0"/>
                </a:moveTo>
                <a:lnTo>
                  <a:pt x="17189274" y="0"/>
                </a:lnTo>
                <a:lnTo>
                  <a:pt x="17189274" y="3930797"/>
                </a:lnTo>
                <a:lnTo>
                  <a:pt x="0" y="393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117557" l="0" r="0" t="0"/>
            </a:stretch>
          </a:blipFill>
          <a:ln>
            <a:noFill/>
          </a:ln>
        </p:spPr>
      </p:sp>
      <p:sp>
        <p:nvSpPr>
          <p:cNvPr id="359" name="Google Shape;359;p9"/>
          <p:cNvSpPr txBox="1"/>
          <p:nvPr/>
        </p:nvSpPr>
        <p:spPr>
          <a:xfrm>
            <a:off x="2239704" y="3210295"/>
            <a:ext cx="13808592" cy="4190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337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TERIMA </a:t>
            </a:r>
            <a:endParaRPr/>
          </a:p>
          <a:p>
            <a:pPr indent="0" lvl="0" marL="0" marR="0" rtl="0" algn="ctr">
              <a:lnSpc>
                <a:spcPct val="9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337" u="none" cap="none" strike="noStrike">
                <a:solidFill>
                  <a:srgbClr val="025152"/>
                </a:solidFill>
                <a:latin typeface="Lilita One"/>
                <a:ea typeface="Lilita One"/>
                <a:cs typeface="Lilita One"/>
                <a:sym typeface="Lilita One"/>
              </a:rPr>
              <a:t>KASIH</a:t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 rot="2169735">
            <a:off x="13095670" y="-3733675"/>
            <a:ext cx="8327260" cy="6526490"/>
          </a:xfrm>
          <a:custGeom>
            <a:rect b="b" l="l" r="r" t="t"/>
            <a:pathLst>
              <a:path extrusionOk="0" h="6526490" w="8327260">
                <a:moveTo>
                  <a:pt x="0" y="0"/>
                </a:moveTo>
                <a:lnTo>
                  <a:pt x="8327260" y="0"/>
                </a:lnTo>
                <a:lnTo>
                  <a:pt x="8327260" y="6526490"/>
                </a:lnTo>
                <a:lnTo>
                  <a:pt x="0" y="652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9"/>
          <p:cNvSpPr/>
          <p:nvPr/>
        </p:nvSpPr>
        <p:spPr>
          <a:xfrm rot="-803102">
            <a:off x="-5532148" y="7363146"/>
            <a:ext cx="8793605" cy="6891988"/>
          </a:xfrm>
          <a:custGeom>
            <a:rect b="b" l="l" r="r" t="t"/>
            <a:pathLst>
              <a:path extrusionOk="0" h="6891988" w="8793605">
                <a:moveTo>
                  <a:pt x="0" y="0"/>
                </a:moveTo>
                <a:lnTo>
                  <a:pt x="8793605" y="0"/>
                </a:lnTo>
                <a:lnTo>
                  <a:pt x="8793605" y="6891988"/>
                </a:lnTo>
                <a:lnTo>
                  <a:pt x="0" y="6891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9"/>
          <p:cNvSpPr/>
          <p:nvPr/>
        </p:nvSpPr>
        <p:spPr>
          <a:xfrm>
            <a:off x="-779844" y="180848"/>
            <a:ext cx="2848381" cy="3100279"/>
          </a:xfrm>
          <a:custGeom>
            <a:rect b="b" l="l" r="r" t="t"/>
            <a:pathLst>
              <a:path extrusionOk="0" h="3100279" w="2848381">
                <a:moveTo>
                  <a:pt x="0" y="0"/>
                </a:moveTo>
                <a:lnTo>
                  <a:pt x="2848382" y="0"/>
                </a:lnTo>
                <a:lnTo>
                  <a:pt x="2848382" y="3100279"/>
                </a:lnTo>
                <a:lnTo>
                  <a:pt x="0" y="3100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9"/>
          <p:cNvSpPr/>
          <p:nvPr/>
        </p:nvSpPr>
        <p:spPr>
          <a:xfrm>
            <a:off x="16544821" y="7254235"/>
            <a:ext cx="1743179" cy="4114800"/>
          </a:xfrm>
          <a:custGeom>
            <a:rect b="b" l="l" r="r" t="t"/>
            <a:pathLst>
              <a:path extrusionOk="0" h="4114800" w="1743179">
                <a:moveTo>
                  <a:pt x="0" y="0"/>
                </a:moveTo>
                <a:lnTo>
                  <a:pt x="1743179" y="0"/>
                </a:lnTo>
                <a:lnTo>
                  <a:pt x="17431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4" name="Google Shape;364;p9"/>
          <p:cNvSpPr/>
          <p:nvPr/>
        </p:nvSpPr>
        <p:spPr>
          <a:xfrm>
            <a:off x="11972241" y="8548207"/>
            <a:ext cx="977067" cy="1012028"/>
          </a:xfrm>
          <a:custGeom>
            <a:rect b="b" l="l" r="r" t="t"/>
            <a:pathLst>
              <a:path extrusionOk="0" h="1012028" w="977067">
                <a:moveTo>
                  <a:pt x="0" y="0"/>
                </a:moveTo>
                <a:lnTo>
                  <a:pt x="977067" y="0"/>
                </a:lnTo>
                <a:lnTo>
                  <a:pt x="977067" y="1012028"/>
                </a:lnTo>
                <a:lnTo>
                  <a:pt x="0" y="10120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5" name="Google Shape;365;p9"/>
          <p:cNvGrpSpPr/>
          <p:nvPr/>
        </p:nvGrpSpPr>
        <p:grpSpPr>
          <a:xfrm>
            <a:off x="5954438" y="1254246"/>
            <a:ext cx="509649" cy="509649"/>
            <a:chOff x="0" y="0"/>
            <a:chExt cx="812800" cy="812800"/>
          </a:xfrm>
        </p:grpSpPr>
        <p:sp>
          <p:nvSpPr>
            <p:cNvPr id="366" name="Google Shape;366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66675">
              <a:solidFill>
                <a:srgbClr val="02515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